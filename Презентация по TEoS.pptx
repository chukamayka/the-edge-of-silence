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erriweather" panose="020B0604020202020204" charset="-52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96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51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80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4515" y="-26169"/>
            <a:ext cx="14630400" cy="8229600"/>
          </a:xfrm>
          <a:prstGeom prst="rect">
            <a:avLst/>
          </a:prstGeom>
        </p:spPr>
      </p:pic>
      <p:sp>
        <p:nvSpPr>
          <p:cNvPr id="22" name="Полилиния 21"/>
          <p:cNvSpPr/>
          <p:nvPr/>
        </p:nvSpPr>
        <p:spPr>
          <a:xfrm>
            <a:off x="2" y="-26169"/>
            <a:ext cx="14630399" cy="8229600"/>
          </a:xfrm>
          <a:custGeom>
            <a:avLst/>
            <a:gdLst/>
            <a:ahLst/>
            <a:cxnLst/>
            <a:rect l="l" t="t" r="r" b="b"/>
            <a:pathLst>
              <a:path w="14630399" h="8229600">
                <a:moveTo>
                  <a:pt x="3440205" y="6398644"/>
                </a:moveTo>
                <a:cubicBezTo>
                  <a:pt x="3435085" y="6398644"/>
                  <a:pt x="3430621" y="6400421"/>
                  <a:pt x="3426812" y="6403977"/>
                </a:cubicBezTo>
                <a:cubicBezTo>
                  <a:pt x="3423004" y="6407532"/>
                  <a:pt x="3421099" y="6411898"/>
                  <a:pt x="3421099" y="6417075"/>
                </a:cubicBezTo>
                <a:cubicBezTo>
                  <a:pt x="3421099" y="6421951"/>
                  <a:pt x="3422740" y="6425944"/>
                  <a:pt x="3426019" y="6429051"/>
                </a:cubicBezTo>
                <a:cubicBezTo>
                  <a:pt x="3429300" y="6432159"/>
                  <a:pt x="3433207" y="6433712"/>
                  <a:pt x="3437741" y="6433712"/>
                </a:cubicBezTo>
                <a:cubicBezTo>
                  <a:pt x="3442979" y="6433712"/>
                  <a:pt x="3447473" y="6432008"/>
                  <a:pt x="3451221" y="6428599"/>
                </a:cubicBezTo>
                <a:cubicBezTo>
                  <a:pt x="3454969" y="6425190"/>
                  <a:pt x="3456843" y="6420676"/>
                  <a:pt x="3456843" y="6415056"/>
                </a:cubicBezTo>
                <a:cubicBezTo>
                  <a:pt x="3456843" y="6410573"/>
                  <a:pt x="3455403" y="6406716"/>
                  <a:pt x="3452523" y="6403487"/>
                </a:cubicBezTo>
                <a:cubicBezTo>
                  <a:pt x="3449643" y="6400258"/>
                  <a:pt x="3445537" y="6398644"/>
                  <a:pt x="3440205" y="6398644"/>
                </a:cubicBezTo>
                <a:close/>
                <a:moveTo>
                  <a:pt x="3163980" y="6398644"/>
                </a:moveTo>
                <a:cubicBezTo>
                  <a:pt x="3158860" y="6398644"/>
                  <a:pt x="3154396" y="6400421"/>
                  <a:pt x="3150587" y="6403977"/>
                </a:cubicBezTo>
                <a:cubicBezTo>
                  <a:pt x="3146779" y="6407532"/>
                  <a:pt x="3144874" y="6411898"/>
                  <a:pt x="3144874" y="6417075"/>
                </a:cubicBezTo>
                <a:cubicBezTo>
                  <a:pt x="3144874" y="6421951"/>
                  <a:pt x="3146514" y="6425944"/>
                  <a:pt x="3149794" y="6429051"/>
                </a:cubicBezTo>
                <a:cubicBezTo>
                  <a:pt x="3153075" y="6432159"/>
                  <a:pt x="3156982" y="6433712"/>
                  <a:pt x="3161516" y="6433712"/>
                </a:cubicBezTo>
                <a:cubicBezTo>
                  <a:pt x="3166754" y="6433712"/>
                  <a:pt x="3171248" y="6432008"/>
                  <a:pt x="3174996" y="6428599"/>
                </a:cubicBezTo>
                <a:cubicBezTo>
                  <a:pt x="3178744" y="6425190"/>
                  <a:pt x="3180618" y="6420676"/>
                  <a:pt x="3180618" y="6415056"/>
                </a:cubicBezTo>
                <a:cubicBezTo>
                  <a:pt x="3180618" y="6410573"/>
                  <a:pt x="3179178" y="6406716"/>
                  <a:pt x="3176298" y="6403487"/>
                </a:cubicBezTo>
                <a:cubicBezTo>
                  <a:pt x="3173418" y="6400258"/>
                  <a:pt x="3169312" y="6398644"/>
                  <a:pt x="3163980" y="6398644"/>
                </a:cubicBezTo>
                <a:close/>
                <a:moveTo>
                  <a:pt x="2804554" y="6371369"/>
                </a:moveTo>
                <a:lnTo>
                  <a:pt x="2827607" y="6371369"/>
                </a:lnTo>
                <a:cubicBezTo>
                  <a:pt x="2838268" y="6371369"/>
                  <a:pt x="2845972" y="6373199"/>
                  <a:pt x="2850719" y="6376861"/>
                </a:cubicBezTo>
                <a:cubicBezTo>
                  <a:pt x="2855466" y="6380522"/>
                  <a:pt x="2857839" y="6386077"/>
                  <a:pt x="2857839" y="6393525"/>
                </a:cubicBezTo>
                <a:cubicBezTo>
                  <a:pt x="2857839" y="6401500"/>
                  <a:pt x="2855255" y="6407188"/>
                  <a:pt x="2850087" y="6410588"/>
                </a:cubicBezTo>
                <a:cubicBezTo>
                  <a:pt x="2844918" y="6413988"/>
                  <a:pt x="2835706" y="6415689"/>
                  <a:pt x="2822449" y="6415689"/>
                </a:cubicBezTo>
                <a:cubicBezTo>
                  <a:pt x="2819023" y="6415689"/>
                  <a:pt x="2815264" y="6415512"/>
                  <a:pt x="2811173" y="6415158"/>
                </a:cubicBezTo>
                <a:cubicBezTo>
                  <a:pt x="2807082" y="6414805"/>
                  <a:pt x="2804876" y="6414580"/>
                  <a:pt x="2804554" y="6414485"/>
                </a:cubicBezTo>
                <a:close/>
                <a:moveTo>
                  <a:pt x="4415444" y="6368004"/>
                </a:moveTo>
                <a:lnTo>
                  <a:pt x="4415444" y="6403359"/>
                </a:lnTo>
                <a:cubicBezTo>
                  <a:pt x="4411881" y="6406157"/>
                  <a:pt x="4407697" y="6408687"/>
                  <a:pt x="4402888" y="6410949"/>
                </a:cubicBezTo>
                <a:cubicBezTo>
                  <a:pt x="4398081" y="6413211"/>
                  <a:pt x="4393907" y="6414342"/>
                  <a:pt x="4390369" y="6414342"/>
                </a:cubicBezTo>
                <a:cubicBezTo>
                  <a:pt x="4384288" y="6414342"/>
                  <a:pt x="4379485" y="6412647"/>
                  <a:pt x="4375962" y="6409256"/>
                </a:cubicBezTo>
                <a:cubicBezTo>
                  <a:pt x="4372438" y="6405865"/>
                  <a:pt x="4370677" y="6400397"/>
                  <a:pt x="4370677" y="6392854"/>
                </a:cubicBezTo>
                <a:cubicBezTo>
                  <a:pt x="4370677" y="6385646"/>
                  <a:pt x="4374553" y="6379702"/>
                  <a:pt x="4382304" y="6375023"/>
                </a:cubicBezTo>
                <a:cubicBezTo>
                  <a:pt x="4390055" y="6370344"/>
                  <a:pt x="4401102" y="6368004"/>
                  <a:pt x="4415444" y="6368004"/>
                </a:cubicBezTo>
                <a:close/>
                <a:moveTo>
                  <a:pt x="2167544" y="6368004"/>
                </a:moveTo>
                <a:lnTo>
                  <a:pt x="2167544" y="6403359"/>
                </a:lnTo>
                <a:cubicBezTo>
                  <a:pt x="2163981" y="6406157"/>
                  <a:pt x="2159796" y="6408687"/>
                  <a:pt x="2154989" y="6410949"/>
                </a:cubicBezTo>
                <a:cubicBezTo>
                  <a:pt x="2150181" y="6413211"/>
                  <a:pt x="2146008" y="6414342"/>
                  <a:pt x="2142469" y="6414342"/>
                </a:cubicBezTo>
                <a:cubicBezTo>
                  <a:pt x="2136387" y="6414342"/>
                  <a:pt x="2131585" y="6412647"/>
                  <a:pt x="2128062" y="6409256"/>
                </a:cubicBezTo>
                <a:cubicBezTo>
                  <a:pt x="2124539" y="6405865"/>
                  <a:pt x="2122777" y="6400397"/>
                  <a:pt x="2122777" y="6392854"/>
                </a:cubicBezTo>
                <a:cubicBezTo>
                  <a:pt x="2122777" y="6385646"/>
                  <a:pt x="2126653" y="6379702"/>
                  <a:pt x="2134404" y="6375023"/>
                </a:cubicBezTo>
                <a:cubicBezTo>
                  <a:pt x="2142155" y="6370344"/>
                  <a:pt x="2153201" y="6368004"/>
                  <a:pt x="2167544" y="6368004"/>
                </a:cubicBezTo>
                <a:close/>
                <a:moveTo>
                  <a:pt x="5194215" y="6347066"/>
                </a:moveTo>
                <a:lnTo>
                  <a:pt x="5194215" y="6367779"/>
                </a:lnTo>
                <a:lnTo>
                  <a:pt x="5289387" y="6367779"/>
                </a:lnTo>
                <a:lnTo>
                  <a:pt x="5289387" y="6347066"/>
                </a:lnTo>
                <a:close/>
                <a:moveTo>
                  <a:pt x="7097051" y="6334814"/>
                </a:moveTo>
                <a:cubicBezTo>
                  <a:pt x="7105558" y="6334814"/>
                  <a:pt x="7112350" y="6338012"/>
                  <a:pt x="7117427" y="6344408"/>
                </a:cubicBezTo>
                <a:cubicBezTo>
                  <a:pt x="7122502" y="6350804"/>
                  <a:pt x="7125039" y="6361122"/>
                  <a:pt x="7125039" y="6375362"/>
                </a:cubicBezTo>
                <a:cubicBezTo>
                  <a:pt x="7125039" y="6382768"/>
                  <a:pt x="7123923" y="6389786"/>
                  <a:pt x="7121689" y="6396417"/>
                </a:cubicBezTo>
                <a:cubicBezTo>
                  <a:pt x="7119455" y="6403047"/>
                  <a:pt x="7116132" y="6408328"/>
                  <a:pt x="7111718" y="6412260"/>
                </a:cubicBezTo>
                <a:cubicBezTo>
                  <a:pt x="7107305" y="6416191"/>
                  <a:pt x="7101967" y="6418157"/>
                  <a:pt x="7095704" y="6418157"/>
                </a:cubicBezTo>
                <a:cubicBezTo>
                  <a:pt x="7084308" y="6418157"/>
                  <a:pt x="7076116" y="6412674"/>
                  <a:pt x="7071131" y="6401708"/>
                </a:cubicBezTo>
                <a:cubicBezTo>
                  <a:pt x="7066146" y="6390743"/>
                  <a:pt x="7063887" y="6375899"/>
                  <a:pt x="7064354" y="6357178"/>
                </a:cubicBezTo>
                <a:cubicBezTo>
                  <a:pt x="7064354" y="6355701"/>
                  <a:pt x="7064476" y="6353480"/>
                  <a:pt x="7064722" y="6350513"/>
                </a:cubicBezTo>
                <a:cubicBezTo>
                  <a:pt x="7066735" y="6346991"/>
                  <a:pt x="7070719" y="6343494"/>
                  <a:pt x="7076670" y="6340022"/>
                </a:cubicBezTo>
                <a:cubicBezTo>
                  <a:pt x="7082620" y="6336550"/>
                  <a:pt x="7089414" y="6334814"/>
                  <a:pt x="7097051" y="6334814"/>
                </a:cubicBezTo>
                <a:close/>
                <a:moveTo>
                  <a:pt x="6516214" y="6325985"/>
                </a:moveTo>
                <a:cubicBezTo>
                  <a:pt x="6511092" y="6325985"/>
                  <a:pt x="6506627" y="6327762"/>
                  <a:pt x="6502820" y="6331317"/>
                </a:cubicBezTo>
                <a:cubicBezTo>
                  <a:pt x="6499013" y="6334873"/>
                  <a:pt x="6497109" y="6339239"/>
                  <a:pt x="6497109" y="6344416"/>
                </a:cubicBezTo>
                <a:cubicBezTo>
                  <a:pt x="6497109" y="6349292"/>
                  <a:pt x="6498749" y="6353284"/>
                  <a:pt x="6502029" y="6356392"/>
                </a:cubicBezTo>
                <a:cubicBezTo>
                  <a:pt x="6505309" y="6359500"/>
                  <a:pt x="6509215" y="6361053"/>
                  <a:pt x="6513746" y="6361053"/>
                </a:cubicBezTo>
                <a:cubicBezTo>
                  <a:pt x="6518973" y="6361053"/>
                  <a:pt x="6523464" y="6359303"/>
                  <a:pt x="6527220" y="6355803"/>
                </a:cubicBezTo>
                <a:cubicBezTo>
                  <a:pt x="6530975" y="6352302"/>
                  <a:pt x="6532852" y="6347834"/>
                  <a:pt x="6532852" y="6342397"/>
                </a:cubicBezTo>
                <a:cubicBezTo>
                  <a:pt x="6532852" y="6337914"/>
                  <a:pt x="6531413" y="6334057"/>
                  <a:pt x="6528532" y="6330828"/>
                </a:cubicBezTo>
                <a:cubicBezTo>
                  <a:pt x="6525652" y="6327599"/>
                  <a:pt x="6521546" y="6325985"/>
                  <a:pt x="6516214" y="6325985"/>
                </a:cubicBezTo>
                <a:close/>
                <a:moveTo>
                  <a:pt x="5630389" y="6325985"/>
                </a:moveTo>
                <a:cubicBezTo>
                  <a:pt x="5625267" y="6325985"/>
                  <a:pt x="5620803" y="6327762"/>
                  <a:pt x="5616995" y="6331317"/>
                </a:cubicBezTo>
                <a:cubicBezTo>
                  <a:pt x="5613188" y="6334873"/>
                  <a:pt x="5611284" y="6339239"/>
                  <a:pt x="5611284" y="6344416"/>
                </a:cubicBezTo>
                <a:cubicBezTo>
                  <a:pt x="5611284" y="6349292"/>
                  <a:pt x="5612924" y="6353284"/>
                  <a:pt x="5616204" y="6356392"/>
                </a:cubicBezTo>
                <a:cubicBezTo>
                  <a:pt x="5619485" y="6359500"/>
                  <a:pt x="5623390" y="6361053"/>
                  <a:pt x="5627922" y="6361053"/>
                </a:cubicBezTo>
                <a:cubicBezTo>
                  <a:pt x="5633148" y="6361053"/>
                  <a:pt x="5637640" y="6359303"/>
                  <a:pt x="5641395" y="6355803"/>
                </a:cubicBezTo>
                <a:cubicBezTo>
                  <a:pt x="5645150" y="6352302"/>
                  <a:pt x="5647028" y="6347834"/>
                  <a:pt x="5647028" y="6342397"/>
                </a:cubicBezTo>
                <a:cubicBezTo>
                  <a:pt x="5647028" y="6337914"/>
                  <a:pt x="5645588" y="6334057"/>
                  <a:pt x="5642707" y="6330828"/>
                </a:cubicBezTo>
                <a:cubicBezTo>
                  <a:pt x="5639827" y="6327599"/>
                  <a:pt x="5635722" y="6325985"/>
                  <a:pt x="5630389" y="6325985"/>
                </a:cubicBezTo>
                <a:close/>
                <a:moveTo>
                  <a:pt x="3534890" y="6325985"/>
                </a:moveTo>
                <a:cubicBezTo>
                  <a:pt x="3529768" y="6325985"/>
                  <a:pt x="3525303" y="6327762"/>
                  <a:pt x="3521495" y="6331317"/>
                </a:cubicBezTo>
                <a:cubicBezTo>
                  <a:pt x="3517687" y="6334873"/>
                  <a:pt x="3515783" y="6339239"/>
                  <a:pt x="3515783" y="6344416"/>
                </a:cubicBezTo>
                <a:cubicBezTo>
                  <a:pt x="3515783" y="6349292"/>
                  <a:pt x="3517424" y="6353284"/>
                  <a:pt x="3520704" y="6356392"/>
                </a:cubicBezTo>
                <a:cubicBezTo>
                  <a:pt x="3523984" y="6359500"/>
                  <a:pt x="3527890" y="6361053"/>
                  <a:pt x="3532422" y="6361053"/>
                </a:cubicBezTo>
                <a:cubicBezTo>
                  <a:pt x="3537649" y="6361053"/>
                  <a:pt x="3542139" y="6359303"/>
                  <a:pt x="3545894" y="6355803"/>
                </a:cubicBezTo>
                <a:cubicBezTo>
                  <a:pt x="3549650" y="6352302"/>
                  <a:pt x="3551527" y="6347834"/>
                  <a:pt x="3551527" y="6342397"/>
                </a:cubicBezTo>
                <a:cubicBezTo>
                  <a:pt x="3551527" y="6337914"/>
                  <a:pt x="3550087" y="6334057"/>
                  <a:pt x="3547207" y="6330828"/>
                </a:cubicBezTo>
                <a:cubicBezTo>
                  <a:pt x="3544327" y="6327599"/>
                  <a:pt x="3540221" y="6325985"/>
                  <a:pt x="3534890" y="6325985"/>
                </a:cubicBezTo>
                <a:close/>
                <a:moveTo>
                  <a:pt x="1368297" y="6320237"/>
                </a:moveTo>
                <a:lnTo>
                  <a:pt x="1401398" y="6320237"/>
                </a:lnTo>
                <a:lnTo>
                  <a:pt x="1401398" y="6414792"/>
                </a:lnTo>
                <a:lnTo>
                  <a:pt x="1352149" y="6414792"/>
                </a:lnTo>
                <a:cubicBezTo>
                  <a:pt x="1356226" y="6410956"/>
                  <a:pt x="1359936" y="6400984"/>
                  <a:pt x="1363281" y="6384878"/>
                </a:cubicBezTo>
                <a:cubicBezTo>
                  <a:pt x="1366625" y="6368771"/>
                  <a:pt x="1368297" y="6351172"/>
                  <a:pt x="1368297" y="6332082"/>
                </a:cubicBezTo>
                <a:close/>
                <a:moveTo>
                  <a:pt x="3815964" y="6319341"/>
                </a:moveTo>
                <a:cubicBezTo>
                  <a:pt x="3824915" y="6319341"/>
                  <a:pt x="3832303" y="6323061"/>
                  <a:pt x="3838129" y="6330501"/>
                </a:cubicBezTo>
                <a:cubicBezTo>
                  <a:pt x="3843955" y="6337941"/>
                  <a:pt x="3846868" y="6349457"/>
                  <a:pt x="3846868" y="6365047"/>
                </a:cubicBezTo>
                <a:cubicBezTo>
                  <a:pt x="3846868" y="6382997"/>
                  <a:pt x="3843499" y="6396298"/>
                  <a:pt x="3836762" y="6404952"/>
                </a:cubicBezTo>
                <a:cubicBezTo>
                  <a:pt x="3830024" y="6413605"/>
                  <a:pt x="3821298" y="6417932"/>
                  <a:pt x="3810585" y="6417932"/>
                </a:cubicBezTo>
                <a:cubicBezTo>
                  <a:pt x="3805722" y="6417932"/>
                  <a:pt x="3801374" y="6417293"/>
                  <a:pt x="3797540" y="6416016"/>
                </a:cubicBezTo>
                <a:cubicBezTo>
                  <a:pt x="3793706" y="6414738"/>
                  <a:pt x="3791491" y="6413586"/>
                  <a:pt x="3790893" y="6412560"/>
                </a:cubicBezTo>
                <a:lnTo>
                  <a:pt x="3790893" y="6329421"/>
                </a:lnTo>
                <a:cubicBezTo>
                  <a:pt x="3792996" y="6327199"/>
                  <a:pt x="3796367" y="6324964"/>
                  <a:pt x="3801007" y="6322715"/>
                </a:cubicBezTo>
                <a:cubicBezTo>
                  <a:pt x="3805647" y="6320465"/>
                  <a:pt x="3810632" y="6319341"/>
                  <a:pt x="3815964" y="6319341"/>
                </a:cubicBezTo>
                <a:close/>
                <a:moveTo>
                  <a:pt x="2282439" y="6319341"/>
                </a:moveTo>
                <a:cubicBezTo>
                  <a:pt x="2291390" y="6319341"/>
                  <a:pt x="2298779" y="6323061"/>
                  <a:pt x="2304605" y="6330501"/>
                </a:cubicBezTo>
                <a:cubicBezTo>
                  <a:pt x="2310430" y="6337941"/>
                  <a:pt x="2313343" y="6349457"/>
                  <a:pt x="2313343" y="6365047"/>
                </a:cubicBezTo>
                <a:cubicBezTo>
                  <a:pt x="2313343" y="6382997"/>
                  <a:pt x="2309974" y="6396298"/>
                  <a:pt x="2303236" y="6404952"/>
                </a:cubicBezTo>
                <a:cubicBezTo>
                  <a:pt x="2296499" y="6413605"/>
                  <a:pt x="2287773" y="6417932"/>
                  <a:pt x="2277060" y="6417932"/>
                </a:cubicBezTo>
                <a:cubicBezTo>
                  <a:pt x="2272197" y="6417932"/>
                  <a:pt x="2267849" y="6417293"/>
                  <a:pt x="2264015" y="6416016"/>
                </a:cubicBezTo>
                <a:cubicBezTo>
                  <a:pt x="2260182" y="6414738"/>
                  <a:pt x="2257966" y="6413586"/>
                  <a:pt x="2257368" y="6412560"/>
                </a:cubicBezTo>
                <a:lnTo>
                  <a:pt x="2257368" y="6329421"/>
                </a:lnTo>
                <a:cubicBezTo>
                  <a:pt x="2259471" y="6327199"/>
                  <a:pt x="2262842" y="6324964"/>
                  <a:pt x="2267482" y="6322715"/>
                </a:cubicBezTo>
                <a:cubicBezTo>
                  <a:pt x="2272122" y="6320465"/>
                  <a:pt x="2277107" y="6319341"/>
                  <a:pt x="2282439" y="6319341"/>
                </a:cubicBezTo>
                <a:close/>
                <a:moveTo>
                  <a:pt x="2804554" y="6318219"/>
                </a:moveTo>
                <a:lnTo>
                  <a:pt x="2823124" y="6318219"/>
                </a:lnTo>
                <a:cubicBezTo>
                  <a:pt x="2833376" y="6318219"/>
                  <a:pt x="2840416" y="6319573"/>
                  <a:pt x="2844245" y="6322279"/>
                </a:cubicBezTo>
                <a:cubicBezTo>
                  <a:pt x="2848074" y="6324985"/>
                  <a:pt x="2849988" y="6328925"/>
                  <a:pt x="2849988" y="6334100"/>
                </a:cubicBezTo>
                <a:cubicBezTo>
                  <a:pt x="2849988" y="6340422"/>
                  <a:pt x="2847923" y="6345547"/>
                  <a:pt x="2843793" y="6349473"/>
                </a:cubicBezTo>
                <a:cubicBezTo>
                  <a:pt x="2839663" y="6353400"/>
                  <a:pt x="2833072" y="6355363"/>
                  <a:pt x="2824021" y="6355363"/>
                </a:cubicBezTo>
                <a:lnTo>
                  <a:pt x="2804554" y="6355363"/>
                </a:lnTo>
                <a:close/>
                <a:moveTo>
                  <a:pt x="2563031" y="6316426"/>
                </a:moveTo>
                <a:cubicBezTo>
                  <a:pt x="2573311" y="6316426"/>
                  <a:pt x="2580845" y="6321003"/>
                  <a:pt x="2585632" y="6330157"/>
                </a:cubicBezTo>
                <a:cubicBezTo>
                  <a:pt x="2590420" y="6339310"/>
                  <a:pt x="2592813" y="6351987"/>
                  <a:pt x="2592813" y="6368186"/>
                </a:cubicBezTo>
                <a:cubicBezTo>
                  <a:pt x="2592813" y="6384567"/>
                  <a:pt x="2590212" y="6396766"/>
                  <a:pt x="2585007" y="6404784"/>
                </a:cubicBezTo>
                <a:cubicBezTo>
                  <a:pt x="2579803" y="6412801"/>
                  <a:pt x="2572477" y="6416810"/>
                  <a:pt x="2563031" y="6416810"/>
                </a:cubicBezTo>
                <a:cubicBezTo>
                  <a:pt x="2552908" y="6416810"/>
                  <a:pt x="2545377" y="6412222"/>
                  <a:pt x="2540436" y="6403046"/>
                </a:cubicBezTo>
                <a:cubicBezTo>
                  <a:pt x="2535494" y="6393870"/>
                  <a:pt x="2533024" y="6381128"/>
                  <a:pt x="2533024" y="6364822"/>
                </a:cubicBezTo>
                <a:cubicBezTo>
                  <a:pt x="2533024" y="6348536"/>
                  <a:pt x="2535652" y="6336399"/>
                  <a:pt x="2540909" y="6328410"/>
                </a:cubicBezTo>
                <a:cubicBezTo>
                  <a:pt x="2546165" y="6320421"/>
                  <a:pt x="2553539" y="6316426"/>
                  <a:pt x="2563031" y="6316426"/>
                </a:cubicBezTo>
                <a:close/>
                <a:moveTo>
                  <a:pt x="2701645" y="6316201"/>
                </a:moveTo>
                <a:cubicBezTo>
                  <a:pt x="2709360" y="6316201"/>
                  <a:pt x="2715022" y="6318753"/>
                  <a:pt x="2718630" y="6323858"/>
                </a:cubicBezTo>
                <a:cubicBezTo>
                  <a:pt x="2722237" y="6328962"/>
                  <a:pt x="2724111" y="6336125"/>
                  <a:pt x="2724252" y="6345348"/>
                </a:cubicBezTo>
                <a:cubicBezTo>
                  <a:pt x="2724252" y="6348412"/>
                  <a:pt x="2724112" y="6350928"/>
                  <a:pt x="2723833" y="6352895"/>
                </a:cubicBezTo>
                <a:lnTo>
                  <a:pt x="2674331" y="6352895"/>
                </a:lnTo>
                <a:cubicBezTo>
                  <a:pt x="2675028" y="6340070"/>
                  <a:pt x="2677767" y="6330748"/>
                  <a:pt x="2682546" y="6324929"/>
                </a:cubicBezTo>
                <a:cubicBezTo>
                  <a:pt x="2687325" y="6319111"/>
                  <a:pt x="2693692" y="6316201"/>
                  <a:pt x="2701645" y="6316201"/>
                </a:cubicBezTo>
                <a:close/>
                <a:moveTo>
                  <a:pt x="1511020" y="6316201"/>
                </a:moveTo>
                <a:cubicBezTo>
                  <a:pt x="1518735" y="6316201"/>
                  <a:pt x="1524397" y="6318753"/>
                  <a:pt x="1528004" y="6323858"/>
                </a:cubicBezTo>
                <a:cubicBezTo>
                  <a:pt x="1531612" y="6328962"/>
                  <a:pt x="1533486" y="6336125"/>
                  <a:pt x="1533626" y="6345348"/>
                </a:cubicBezTo>
                <a:cubicBezTo>
                  <a:pt x="1533626" y="6348412"/>
                  <a:pt x="1533487" y="6350928"/>
                  <a:pt x="1533208" y="6352895"/>
                </a:cubicBezTo>
                <a:lnTo>
                  <a:pt x="1483706" y="6352895"/>
                </a:lnTo>
                <a:cubicBezTo>
                  <a:pt x="1484403" y="6340070"/>
                  <a:pt x="1487142" y="6330748"/>
                  <a:pt x="1491921" y="6324929"/>
                </a:cubicBezTo>
                <a:cubicBezTo>
                  <a:pt x="1496700" y="6319111"/>
                  <a:pt x="1503067" y="6316201"/>
                  <a:pt x="1511020" y="6316201"/>
                </a:cubicBezTo>
                <a:close/>
                <a:moveTo>
                  <a:pt x="6074313" y="6302664"/>
                </a:moveTo>
                <a:lnTo>
                  <a:pt x="6074313" y="6317619"/>
                </a:lnTo>
                <a:lnTo>
                  <a:pt x="6091583" y="6320759"/>
                </a:lnTo>
                <a:lnTo>
                  <a:pt x="6091583" y="6414381"/>
                </a:lnTo>
                <a:lnTo>
                  <a:pt x="6073867" y="6416399"/>
                </a:lnTo>
                <a:lnTo>
                  <a:pt x="6073867" y="6431469"/>
                </a:lnTo>
                <a:lnTo>
                  <a:pt x="6149976" y="6431469"/>
                </a:lnTo>
                <a:lnTo>
                  <a:pt x="6149976" y="6416314"/>
                </a:lnTo>
                <a:lnTo>
                  <a:pt x="6119476" y="6414296"/>
                </a:lnTo>
                <a:lnTo>
                  <a:pt x="6119476" y="6319341"/>
                </a:lnTo>
                <a:lnTo>
                  <a:pt x="6153113" y="6320405"/>
                </a:lnTo>
                <a:lnTo>
                  <a:pt x="6158727" y="6353652"/>
                </a:lnTo>
                <a:lnTo>
                  <a:pt x="6177111" y="6353652"/>
                </a:lnTo>
                <a:lnTo>
                  <a:pt x="6175904" y="6302664"/>
                </a:lnTo>
                <a:close/>
                <a:moveTo>
                  <a:pt x="5903538" y="6302664"/>
                </a:moveTo>
                <a:lnTo>
                  <a:pt x="5903538" y="6317612"/>
                </a:lnTo>
                <a:lnTo>
                  <a:pt x="5920358" y="6320752"/>
                </a:lnTo>
                <a:lnTo>
                  <a:pt x="5920358" y="6414389"/>
                </a:lnTo>
                <a:lnTo>
                  <a:pt x="5903313" y="6416407"/>
                </a:lnTo>
                <a:lnTo>
                  <a:pt x="5903313" y="6431469"/>
                </a:lnTo>
                <a:lnTo>
                  <a:pt x="5967314" y="6431469"/>
                </a:lnTo>
                <a:lnTo>
                  <a:pt x="5967314" y="6416389"/>
                </a:lnTo>
                <a:lnTo>
                  <a:pt x="5948026" y="6414371"/>
                </a:lnTo>
                <a:lnTo>
                  <a:pt x="5948026" y="6373387"/>
                </a:lnTo>
                <a:lnTo>
                  <a:pt x="6005351" y="6373387"/>
                </a:lnTo>
                <a:lnTo>
                  <a:pt x="6005351" y="6414367"/>
                </a:lnTo>
                <a:lnTo>
                  <a:pt x="5986062" y="6416385"/>
                </a:lnTo>
                <a:lnTo>
                  <a:pt x="5986062" y="6431469"/>
                </a:lnTo>
                <a:lnTo>
                  <a:pt x="6050289" y="6431469"/>
                </a:lnTo>
                <a:lnTo>
                  <a:pt x="6050289" y="6416410"/>
                </a:lnTo>
                <a:lnTo>
                  <a:pt x="6033022" y="6414392"/>
                </a:lnTo>
                <a:lnTo>
                  <a:pt x="6033022" y="6320741"/>
                </a:lnTo>
                <a:lnTo>
                  <a:pt x="6049392" y="6317601"/>
                </a:lnTo>
                <a:lnTo>
                  <a:pt x="6049392" y="6302664"/>
                </a:lnTo>
                <a:lnTo>
                  <a:pt x="5986512" y="6302664"/>
                </a:lnTo>
                <a:lnTo>
                  <a:pt x="5986512" y="6317680"/>
                </a:lnTo>
                <a:lnTo>
                  <a:pt x="6005351" y="6320820"/>
                </a:lnTo>
                <a:lnTo>
                  <a:pt x="6005351" y="6356035"/>
                </a:lnTo>
                <a:lnTo>
                  <a:pt x="5948026" y="6356035"/>
                </a:lnTo>
                <a:lnTo>
                  <a:pt x="5948026" y="6320809"/>
                </a:lnTo>
                <a:lnTo>
                  <a:pt x="5966639" y="6317669"/>
                </a:lnTo>
                <a:lnTo>
                  <a:pt x="5966639" y="6302664"/>
                </a:lnTo>
                <a:close/>
                <a:moveTo>
                  <a:pt x="4855787" y="6302664"/>
                </a:moveTo>
                <a:lnTo>
                  <a:pt x="4855787" y="6317609"/>
                </a:lnTo>
                <a:lnTo>
                  <a:pt x="4872382" y="6320748"/>
                </a:lnTo>
                <a:lnTo>
                  <a:pt x="4872382" y="6414392"/>
                </a:lnTo>
                <a:lnTo>
                  <a:pt x="4855562" y="6416410"/>
                </a:lnTo>
                <a:lnTo>
                  <a:pt x="4855562" y="6431469"/>
                </a:lnTo>
                <a:lnTo>
                  <a:pt x="4914852" y="6431469"/>
                </a:lnTo>
                <a:lnTo>
                  <a:pt x="4914852" y="6416417"/>
                </a:lnTo>
                <a:lnTo>
                  <a:pt x="4900054" y="6414621"/>
                </a:lnTo>
                <a:lnTo>
                  <a:pt x="4900054" y="6412853"/>
                </a:lnTo>
                <a:lnTo>
                  <a:pt x="4948888" y="6362021"/>
                </a:lnTo>
                <a:lnTo>
                  <a:pt x="4959618" y="6342215"/>
                </a:lnTo>
                <a:lnTo>
                  <a:pt x="4959618" y="6414378"/>
                </a:lnTo>
                <a:lnTo>
                  <a:pt x="4941677" y="6416396"/>
                </a:lnTo>
                <a:lnTo>
                  <a:pt x="4941677" y="6431469"/>
                </a:lnTo>
                <a:lnTo>
                  <a:pt x="5004331" y="6431469"/>
                </a:lnTo>
                <a:lnTo>
                  <a:pt x="5004331" y="6416414"/>
                </a:lnTo>
                <a:lnTo>
                  <a:pt x="4987511" y="6414396"/>
                </a:lnTo>
                <a:lnTo>
                  <a:pt x="4987511" y="6320738"/>
                </a:lnTo>
                <a:lnTo>
                  <a:pt x="5003660" y="6317598"/>
                </a:lnTo>
                <a:lnTo>
                  <a:pt x="5003660" y="6302664"/>
                </a:lnTo>
                <a:lnTo>
                  <a:pt x="4943023" y="6302664"/>
                </a:lnTo>
                <a:lnTo>
                  <a:pt x="4943023" y="6317609"/>
                </a:lnTo>
                <a:lnTo>
                  <a:pt x="4959618" y="6320748"/>
                </a:lnTo>
                <a:lnTo>
                  <a:pt x="4959618" y="6321923"/>
                </a:lnTo>
                <a:lnTo>
                  <a:pt x="4909438" y="6374991"/>
                </a:lnTo>
                <a:lnTo>
                  <a:pt x="4900054" y="6391689"/>
                </a:lnTo>
                <a:lnTo>
                  <a:pt x="4900054" y="6320805"/>
                </a:lnTo>
                <a:lnTo>
                  <a:pt x="4918442" y="6317666"/>
                </a:lnTo>
                <a:lnTo>
                  <a:pt x="4918442" y="6302664"/>
                </a:lnTo>
                <a:close/>
                <a:moveTo>
                  <a:pt x="4189709" y="6302664"/>
                </a:moveTo>
                <a:lnTo>
                  <a:pt x="4189709" y="6317605"/>
                </a:lnTo>
                <a:lnTo>
                  <a:pt x="4205858" y="6320745"/>
                </a:lnTo>
                <a:lnTo>
                  <a:pt x="4205858" y="6414199"/>
                </a:lnTo>
                <a:lnTo>
                  <a:pt x="4189709" y="6416442"/>
                </a:lnTo>
                <a:lnTo>
                  <a:pt x="4189709" y="6431469"/>
                </a:lnTo>
                <a:lnTo>
                  <a:pt x="4250121" y="6431469"/>
                </a:lnTo>
                <a:lnTo>
                  <a:pt x="4250121" y="6416442"/>
                </a:lnTo>
                <a:lnTo>
                  <a:pt x="4233525" y="6414199"/>
                </a:lnTo>
                <a:lnTo>
                  <a:pt x="4233525" y="6319791"/>
                </a:lnTo>
                <a:lnTo>
                  <a:pt x="4284797" y="6319791"/>
                </a:lnTo>
                <a:lnTo>
                  <a:pt x="4284797" y="6414188"/>
                </a:lnTo>
                <a:lnTo>
                  <a:pt x="4267976" y="6416432"/>
                </a:lnTo>
                <a:lnTo>
                  <a:pt x="4267976" y="6431469"/>
                </a:lnTo>
                <a:lnTo>
                  <a:pt x="4328612" y="6431469"/>
                </a:lnTo>
                <a:lnTo>
                  <a:pt x="4328612" y="6416449"/>
                </a:lnTo>
                <a:lnTo>
                  <a:pt x="4312464" y="6414206"/>
                </a:lnTo>
                <a:lnTo>
                  <a:pt x="4312464" y="6320720"/>
                </a:lnTo>
                <a:lnTo>
                  <a:pt x="4327937" y="6317580"/>
                </a:lnTo>
                <a:lnTo>
                  <a:pt x="4327937" y="6302664"/>
                </a:lnTo>
                <a:close/>
                <a:moveTo>
                  <a:pt x="4027784" y="6302664"/>
                </a:moveTo>
                <a:lnTo>
                  <a:pt x="4027784" y="6317605"/>
                </a:lnTo>
                <a:lnTo>
                  <a:pt x="4043933" y="6320745"/>
                </a:lnTo>
                <a:lnTo>
                  <a:pt x="4043933" y="6414199"/>
                </a:lnTo>
                <a:lnTo>
                  <a:pt x="4027784" y="6416442"/>
                </a:lnTo>
                <a:lnTo>
                  <a:pt x="4027784" y="6431469"/>
                </a:lnTo>
                <a:lnTo>
                  <a:pt x="4088196" y="6431469"/>
                </a:lnTo>
                <a:lnTo>
                  <a:pt x="4088196" y="6416442"/>
                </a:lnTo>
                <a:lnTo>
                  <a:pt x="4071601" y="6414199"/>
                </a:lnTo>
                <a:lnTo>
                  <a:pt x="4071601" y="6319791"/>
                </a:lnTo>
                <a:lnTo>
                  <a:pt x="4122871" y="6319791"/>
                </a:lnTo>
                <a:lnTo>
                  <a:pt x="4122871" y="6414188"/>
                </a:lnTo>
                <a:lnTo>
                  <a:pt x="4106052" y="6416432"/>
                </a:lnTo>
                <a:lnTo>
                  <a:pt x="4106052" y="6431469"/>
                </a:lnTo>
                <a:lnTo>
                  <a:pt x="4166688" y="6431469"/>
                </a:lnTo>
                <a:lnTo>
                  <a:pt x="4166688" y="6416449"/>
                </a:lnTo>
                <a:lnTo>
                  <a:pt x="4150539" y="6414206"/>
                </a:lnTo>
                <a:lnTo>
                  <a:pt x="4150539" y="6320720"/>
                </a:lnTo>
                <a:lnTo>
                  <a:pt x="4166013" y="6317580"/>
                </a:lnTo>
                <a:lnTo>
                  <a:pt x="4166013" y="6302664"/>
                </a:lnTo>
                <a:close/>
                <a:moveTo>
                  <a:pt x="3882551" y="6302664"/>
                </a:moveTo>
                <a:lnTo>
                  <a:pt x="3882551" y="6317012"/>
                </a:lnTo>
                <a:lnTo>
                  <a:pt x="3893427" y="6320084"/>
                </a:lnTo>
                <a:lnTo>
                  <a:pt x="3936179" y="6431469"/>
                </a:lnTo>
                <a:lnTo>
                  <a:pt x="3946237" y="6431469"/>
                </a:lnTo>
                <a:cubicBezTo>
                  <a:pt x="3941327" y="6443421"/>
                  <a:pt x="3936319" y="6451740"/>
                  <a:pt x="3931212" y="6456426"/>
                </a:cubicBezTo>
                <a:cubicBezTo>
                  <a:pt x="3926106" y="6461112"/>
                  <a:pt x="3920290" y="6463455"/>
                  <a:pt x="3913765" y="6463455"/>
                </a:cubicBezTo>
                <a:cubicBezTo>
                  <a:pt x="3911351" y="6463455"/>
                  <a:pt x="3908986" y="6463323"/>
                  <a:pt x="3906672" y="6463059"/>
                </a:cubicBezTo>
                <a:cubicBezTo>
                  <a:pt x="3904357" y="6462795"/>
                  <a:pt x="3901699" y="6462253"/>
                  <a:pt x="3898696" y="6461434"/>
                </a:cubicBezTo>
                <a:lnTo>
                  <a:pt x="3898696" y="6484576"/>
                </a:lnTo>
                <a:cubicBezTo>
                  <a:pt x="3900774" y="6485764"/>
                  <a:pt x="3903123" y="6486517"/>
                  <a:pt x="3905739" y="6486833"/>
                </a:cubicBezTo>
                <a:cubicBezTo>
                  <a:pt x="3908357" y="6487150"/>
                  <a:pt x="3911032" y="6487308"/>
                  <a:pt x="3913765" y="6487308"/>
                </a:cubicBezTo>
                <a:cubicBezTo>
                  <a:pt x="3922616" y="6487308"/>
                  <a:pt x="3930042" y="6485295"/>
                  <a:pt x="3936042" y="6481268"/>
                </a:cubicBezTo>
                <a:cubicBezTo>
                  <a:pt x="3942041" y="6477242"/>
                  <a:pt x="3947197" y="6471493"/>
                  <a:pt x="3951509" y="6464023"/>
                </a:cubicBezTo>
                <a:cubicBezTo>
                  <a:pt x="3955822" y="6456553"/>
                  <a:pt x="3960553" y="6446308"/>
                  <a:pt x="3965704" y="6433287"/>
                </a:cubicBezTo>
                <a:cubicBezTo>
                  <a:pt x="3969535" y="6424293"/>
                  <a:pt x="3982329" y="6386499"/>
                  <a:pt x="4004084" y="6319905"/>
                </a:cubicBezTo>
                <a:lnTo>
                  <a:pt x="4015846" y="6317084"/>
                </a:lnTo>
                <a:lnTo>
                  <a:pt x="4015846" y="6302664"/>
                </a:lnTo>
                <a:lnTo>
                  <a:pt x="3966197" y="6302664"/>
                </a:lnTo>
                <a:lnTo>
                  <a:pt x="3966197" y="6317180"/>
                </a:lnTo>
                <a:lnTo>
                  <a:pt x="3981224" y="6319752"/>
                </a:lnTo>
                <a:lnTo>
                  <a:pt x="3961654" y="6382252"/>
                </a:lnTo>
                <a:lnTo>
                  <a:pt x="3953817" y="6414564"/>
                </a:lnTo>
                <a:lnTo>
                  <a:pt x="3945877" y="6384956"/>
                </a:lnTo>
                <a:lnTo>
                  <a:pt x="3923899" y="6319827"/>
                </a:lnTo>
                <a:lnTo>
                  <a:pt x="3941169" y="6317241"/>
                </a:lnTo>
                <a:lnTo>
                  <a:pt x="3941169" y="6302664"/>
                </a:lnTo>
                <a:close/>
                <a:moveTo>
                  <a:pt x="2358724" y="6302664"/>
                </a:moveTo>
                <a:lnTo>
                  <a:pt x="2357323" y="6354324"/>
                </a:lnTo>
                <a:lnTo>
                  <a:pt x="2376326" y="6354324"/>
                </a:lnTo>
                <a:lnTo>
                  <a:pt x="2382394" y="6320391"/>
                </a:lnTo>
                <a:lnTo>
                  <a:pt x="2408452" y="6319341"/>
                </a:lnTo>
                <a:lnTo>
                  <a:pt x="2408452" y="6414085"/>
                </a:lnTo>
                <a:lnTo>
                  <a:pt x="2378179" y="6416328"/>
                </a:lnTo>
                <a:lnTo>
                  <a:pt x="2378179" y="6431469"/>
                </a:lnTo>
                <a:lnTo>
                  <a:pt x="2466848" y="6431469"/>
                </a:lnTo>
                <a:lnTo>
                  <a:pt x="2466848" y="6416328"/>
                </a:lnTo>
                <a:lnTo>
                  <a:pt x="2436348" y="6414085"/>
                </a:lnTo>
                <a:lnTo>
                  <a:pt x="2436348" y="6319341"/>
                </a:lnTo>
                <a:lnTo>
                  <a:pt x="2461958" y="6320395"/>
                </a:lnTo>
                <a:lnTo>
                  <a:pt x="2468023" y="6354324"/>
                </a:lnTo>
                <a:lnTo>
                  <a:pt x="2487029" y="6354324"/>
                </a:lnTo>
                <a:lnTo>
                  <a:pt x="2485589" y="6302664"/>
                </a:lnTo>
                <a:close/>
                <a:moveTo>
                  <a:pt x="1739599" y="6302664"/>
                </a:moveTo>
                <a:lnTo>
                  <a:pt x="1738198" y="6354324"/>
                </a:lnTo>
                <a:lnTo>
                  <a:pt x="1757201" y="6354324"/>
                </a:lnTo>
                <a:lnTo>
                  <a:pt x="1763270" y="6320391"/>
                </a:lnTo>
                <a:lnTo>
                  <a:pt x="1789326" y="6319341"/>
                </a:lnTo>
                <a:lnTo>
                  <a:pt x="1789326" y="6414085"/>
                </a:lnTo>
                <a:lnTo>
                  <a:pt x="1759055" y="6416328"/>
                </a:lnTo>
                <a:lnTo>
                  <a:pt x="1759055" y="6431469"/>
                </a:lnTo>
                <a:lnTo>
                  <a:pt x="1847723" y="6431469"/>
                </a:lnTo>
                <a:lnTo>
                  <a:pt x="1847723" y="6416328"/>
                </a:lnTo>
                <a:lnTo>
                  <a:pt x="1817223" y="6414085"/>
                </a:lnTo>
                <a:lnTo>
                  <a:pt x="1817223" y="6319341"/>
                </a:lnTo>
                <a:lnTo>
                  <a:pt x="1842833" y="6320395"/>
                </a:lnTo>
                <a:lnTo>
                  <a:pt x="1848898" y="6354324"/>
                </a:lnTo>
                <a:lnTo>
                  <a:pt x="1867904" y="6354324"/>
                </a:lnTo>
                <a:lnTo>
                  <a:pt x="1866465" y="6302664"/>
                </a:lnTo>
                <a:close/>
                <a:moveTo>
                  <a:pt x="1579188" y="6302664"/>
                </a:moveTo>
                <a:lnTo>
                  <a:pt x="1579188" y="6317612"/>
                </a:lnTo>
                <a:lnTo>
                  <a:pt x="1596008" y="6320752"/>
                </a:lnTo>
                <a:lnTo>
                  <a:pt x="1596008" y="6414389"/>
                </a:lnTo>
                <a:lnTo>
                  <a:pt x="1578963" y="6416407"/>
                </a:lnTo>
                <a:lnTo>
                  <a:pt x="1578963" y="6431469"/>
                </a:lnTo>
                <a:lnTo>
                  <a:pt x="1642964" y="6431469"/>
                </a:lnTo>
                <a:lnTo>
                  <a:pt x="1642964" y="6416389"/>
                </a:lnTo>
                <a:lnTo>
                  <a:pt x="1623676" y="6414371"/>
                </a:lnTo>
                <a:lnTo>
                  <a:pt x="1623676" y="6373387"/>
                </a:lnTo>
                <a:lnTo>
                  <a:pt x="1681001" y="6373387"/>
                </a:lnTo>
                <a:lnTo>
                  <a:pt x="1681001" y="6414367"/>
                </a:lnTo>
                <a:lnTo>
                  <a:pt x="1661713" y="6416385"/>
                </a:lnTo>
                <a:lnTo>
                  <a:pt x="1661713" y="6431469"/>
                </a:lnTo>
                <a:lnTo>
                  <a:pt x="1725939" y="6431469"/>
                </a:lnTo>
                <a:lnTo>
                  <a:pt x="1725939" y="6416410"/>
                </a:lnTo>
                <a:lnTo>
                  <a:pt x="1708672" y="6414392"/>
                </a:lnTo>
                <a:lnTo>
                  <a:pt x="1708672" y="6320741"/>
                </a:lnTo>
                <a:lnTo>
                  <a:pt x="1725042" y="6317601"/>
                </a:lnTo>
                <a:lnTo>
                  <a:pt x="1725042" y="6302664"/>
                </a:lnTo>
                <a:lnTo>
                  <a:pt x="1662163" y="6302664"/>
                </a:lnTo>
                <a:lnTo>
                  <a:pt x="1662163" y="6317680"/>
                </a:lnTo>
                <a:lnTo>
                  <a:pt x="1681001" y="6320820"/>
                </a:lnTo>
                <a:lnTo>
                  <a:pt x="1681001" y="6356035"/>
                </a:lnTo>
                <a:lnTo>
                  <a:pt x="1623676" y="6356035"/>
                </a:lnTo>
                <a:lnTo>
                  <a:pt x="1623676" y="6320809"/>
                </a:lnTo>
                <a:lnTo>
                  <a:pt x="1642289" y="6317669"/>
                </a:lnTo>
                <a:lnTo>
                  <a:pt x="1642289" y="6302664"/>
                </a:lnTo>
                <a:close/>
                <a:moveTo>
                  <a:pt x="1329639" y="6302664"/>
                </a:moveTo>
                <a:lnTo>
                  <a:pt x="1329639" y="6317705"/>
                </a:lnTo>
                <a:lnTo>
                  <a:pt x="1350492" y="6320845"/>
                </a:lnTo>
                <a:cubicBezTo>
                  <a:pt x="1350492" y="6348289"/>
                  <a:pt x="1348445" y="6370162"/>
                  <a:pt x="1344352" y="6386465"/>
                </a:cubicBezTo>
                <a:cubicBezTo>
                  <a:pt x="1340258" y="6402769"/>
                  <a:pt x="1335143" y="6412136"/>
                  <a:pt x="1329007" y="6414567"/>
                </a:cubicBezTo>
                <a:lnTo>
                  <a:pt x="1314483" y="6414567"/>
                </a:lnTo>
                <a:cubicBezTo>
                  <a:pt x="1313676" y="6430714"/>
                  <a:pt x="1312972" y="6450253"/>
                  <a:pt x="1312369" y="6473182"/>
                </a:cubicBezTo>
                <a:lnTo>
                  <a:pt x="1331525" y="6473182"/>
                </a:lnTo>
                <a:lnTo>
                  <a:pt x="1335376" y="6454640"/>
                </a:lnTo>
                <a:cubicBezTo>
                  <a:pt x="1338102" y="6439498"/>
                  <a:pt x="1339533" y="6431774"/>
                  <a:pt x="1339669" y="6431469"/>
                </a:cubicBezTo>
                <a:lnTo>
                  <a:pt x="1421672" y="6431469"/>
                </a:lnTo>
                <a:cubicBezTo>
                  <a:pt x="1421491" y="6431169"/>
                  <a:pt x="1421881" y="6436335"/>
                  <a:pt x="1422842" y="6446966"/>
                </a:cubicBezTo>
                <a:cubicBezTo>
                  <a:pt x="1423803" y="6457597"/>
                  <a:pt x="1424469" y="6466335"/>
                  <a:pt x="1424840" y="6473182"/>
                </a:cubicBezTo>
                <a:lnTo>
                  <a:pt x="1443125" y="6473182"/>
                </a:lnTo>
                <a:cubicBezTo>
                  <a:pt x="1444334" y="6464045"/>
                  <a:pt x="1445463" y="6453165"/>
                  <a:pt x="1446511" y="6440542"/>
                </a:cubicBezTo>
                <a:lnTo>
                  <a:pt x="1449029" y="6414792"/>
                </a:lnTo>
                <a:lnTo>
                  <a:pt x="1429294" y="6414792"/>
                </a:lnTo>
                <a:lnTo>
                  <a:pt x="1429294" y="6320823"/>
                </a:lnTo>
                <a:lnTo>
                  <a:pt x="1449254" y="6317684"/>
                </a:lnTo>
                <a:lnTo>
                  <a:pt x="1449254" y="6302664"/>
                </a:lnTo>
                <a:close/>
                <a:moveTo>
                  <a:pt x="1177451" y="6302664"/>
                </a:moveTo>
                <a:lnTo>
                  <a:pt x="1177451" y="6317012"/>
                </a:lnTo>
                <a:lnTo>
                  <a:pt x="1188327" y="6320084"/>
                </a:lnTo>
                <a:lnTo>
                  <a:pt x="1231079" y="6431469"/>
                </a:lnTo>
                <a:lnTo>
                  <a:pt x="1241138" y="6431469"/>
                </a:lnTo>
                <a:cubicBezTo>
                  <a:pt x="1236227" y="6443421"/>
                  <a:pt x="1231219" y="6451740"/>
                  <a:pt x="1226112" y="6456426"/>
                </a:cubicBezTo>
                <a:cubicBezTo>
                  <a:pt x="1221006" y="6461112"/>
                  <a:pt x="1215190" y="6463455"/>
                  <a:pt x="1208666" y="6463455"/>
                </a:cubicBezTo>
                <a:cubicBezTo>
                  <a:pt x="1206251" y="6463455"/>
                  <a:pt x="1203887" y="6463323"/>
                  <a:pt x="1201572" y="6463059"/>
                </a:cubicBezTo>
                <a:cubicBezTo>
                  <a:pt x="1199257" y="6462795"/>
                  <a:pt x="1196599" y="6462253"/>
                  <a:pt x="1193596" y="6461434"/>
                </a:cubicBezTo>
                <a:lnTo>
                  <a:pt x="1193596" y="6484576"/>
                </a:lnTo>
                <a:cubicBezTo>
                  <a:pt x="1195675" y="6485764"/>
                  <a:pt x="1198023" y="6486517"/>
                  <a:pt x="1200640" y="6486833"/>
                </a:cubicBezTo>
                <a:cubicBezTo>
                  <a:pt x="1203257" y="6487150"/>
                  <a:pt x="1205932" y="6487308"/>
                  <a:pt x="1208666" y="6487308"/>
                </a:cubicBezTo>
                <a:cubicBezTo>
                  <a:pt x="1217517" y="6487308"/>
                  <a:pt x="1224942" y="6485295"/>
                  <a:pt x="1230942" y="6481268"/>
                </a:cubicBezTo>
                <a:cubicBezTo>
                  <a:pt x="1236941" y="6477242"/>
                  <a:pt x="1242097" y="6471493"/>
                  <a:pt x="1246410" y="6464023"/>
                </a:cubicBezTo>
                <a:cubicBezTo>
                  <a:pt x="1250722" y="6456553"/>
                  <a:pt x="1255454" y="6446308"/>
                  <a:pt x="1260604" y="6433287"/>
                </a:cubicBezTo>
                <a:cubicBezTo>
                  <a:pt x="1264436" y="6424293"/>
                  <a:pt x="1277229" y="6386499"/>
                  <a:pt x="1298984" y="6319905"/>
                </a:cubicBezTo>
                <a:lnTo>
                  <a:pt x="1310746" y="6317084"/>
                </a:lnTo>
                <a:lnTo>
                  <a:pt x="1310746" y="6302664"/>
                </a:lnTo>
                <a:lnTo>
                  <a:pt x="1261097" y="6302664"/>
                </a:lnTo>
                <a:lnTo>
                  <a:pt x="1261097" y="6317180"/>
                </a:lnTo>
                <a:lnTo>
                  <a:pt x="1276124" y="6319752"/>
                </a:lnTo>
                <a:lnTo>
                  <a:pt x="1256553" y="6382252"/>
                </a:lnTo>
                <a:lnTo>
                  <a:pt x="1248717" y="6414564"/>
                </a:lnTo>
                <a:lnTo>
                  <a:pt x="1240777" y="6384956"/>
                </a:lnTo>
                <a:lnTo>
                  <a:pt x="1218799" y="6319827"/>
                </a:lnTo>
                <a:lnTo>
                  <a:pt x="1236069" y="6317241"/>
                </a:lnTo>
                <a:lnTo>
                  <a:pt x="1236069" y="6302664"/>
                </a:lnTo>
                <a:close/>
                <a:moveTo>
                  <a:pt x="1034749" y="6302664"/>
                </a:moveTo>
                <a:lnTo>
                  <a:pt x="1033348" y="6354324"/>
                </a:lnTo>
                <a:lnTo>
                  <a:pt x="1052351" y="6354324"/>
                </a:lnTo>
                <a:lnTo>
                  <a:pt x="1058419" y="6320391"/>
                </a:lnTo>
                <a:lnTo>
                  <a:pt x="1084476" y="6319341"/>
                </a:lnTo>
                <a:lnTo>
                  <a:pt x="1084476" y="6414085"/>
                </a:lnTo>
                <a:lnTo>
                  <a:pt x="1054204" y="6416328"/>
                </a:lnTo>
                <a:lnTo>
                  <a:pt x="1054204" y="6431469"/>
                </a:lnTo>
                <a:lnTo>
                  <a:pt x="1142873" y="6431469"/>
                </a:lnTo>
                <a:lnTo>
                  <a:pt x="1142873" y="6416328"/>
                </a:lnTo>
                <a:lnTo>
                  <a:pt x="1112373" y="6414085"/>
                </a:lnTo>
                <a:lnTo>
                  <a:pt x="1112373" y="6319341"/>
                </a:lnTo>
                <a:lnTo>
                  <a:pt x="1137983" y="6320395"/>
                </a:lnTo>
                <a:lnTo>
                  <a:pt x="1144048" y="6354324"/>
                </a:lnTo>
                <a:lnTo>
                  <a:pt x="1163054" y="6354324"/>
                </a:lnTo>
                <a:lnTo>
                  <a:pt x="1161615" y="6302664"/>
                </a:lnTo>
                <a:close/>
                <a:moveTo>
                  <a:pt x="6796617" y="6301624"/>
                </a:moveTo>
                <a:cubicBezTo>
                  <a:pt x="6807457" y="6301624"/>
                  <a:pt x="6815242" y="6306569"/>
                  <a:pt x="6819974" y="6316457"/>
                </a:cubicBezTo>
                <a:cubicBezTo>
                  <a:pt x="6824705" y="6326345"/>
                  <a:pt x="6827072" y="6340822"/>
                  <a:pt x="6827072" y="6359889"/>
                </a:cubicBezTo>
                <a:cubicBezTo>
                  <a:pt x="6827072" y="6398434"/>
                  <a:pt x="6816696" y="6417707"/>
                  <a:pt x="6795946" y="6417707"/>
                </a:cubicBezTo>
                <a:cubicBezTo>
                  <a:pt x="6785435" y="6417707"/>
                  <a:pt x="6777657" y="6412269"/>
                  <a:pt x="6772612" y="6401392"/>
                </a:cubicBezTo>
                <a:cubicBezTo>
                  <a:pt x="6767565" y="6390516"/>
                  <a:pt x="6765042" y="6375710"/>
                  <a:pt x="6765042" y="6356974"/>
                </a:cubicBezTo>
                <a:cubicBezTo>
                  <a:pt x="6765042" y="6338810"/>
                  <a:pt x="6767649" y="6325044"/>
                  <a:pt x="6772861" y="6315676"/>
                </a:cubicBezTo>
                <a:cubicBezTo>
                  <a:pt x="6778074" y="6306308"/>
                  <a:pt x="6785993" y="6301624"/>
                  <a:pt x="6796617" y="6301624"/>
                </a:cubicBezTo>
                <a:close/>
                <a:moveTo>
                  <a:pt x="2825142" y="6301542"/>
                </a:moveTo>
                <a:cubicBezTo>
                  <a:pt x="2824518" y="6301554"/>
                  <a:pt x="2817013" y="6301789"/>
                  <a:pt x="2802625" y="6302246"/>
                </a:cubicBezTo>
                <a:lnTo>
                  <a:pt x="2789491" y="6302664"/>
                </a:lnTo>
                <a:lnTo>
                  <a:pt x="2761635" y="6302664"/>
                </a:lnTo>
                <a:lnTo>
                  <a:pt x="2761635" y="6317591"/>
                </a:lnTo>
                <a:lnTo>
                  <a:pt x="2777108" y="6320730"/>
                </a:lnTo>
                <a:lnTo>
                  <a:pt x="2777108" y="6413803"/>
                </a:lnTo>
                <a:lnTo>
                  <a:pt x="2761410" y="6416496"/>
                </a:lnTo>
                <a:lnTo>
                  <a:pt x="2761410" y="6431469"/>
                </a:lnTo>
                <a:lnTo>
                  <a:pt x="2786449" y="6431469"/>
                </a:lnTo>
                <a:lnTo>
                  <a:pt x="2801604" y="6431916"/>
                </a:lnTo>
                <a:cubicBezTo>
                  <a:pt x="2804342" y="6432066"/>
                  <a:pt x="2807624" y="6432216"/>
                  <a:pt x="2811448" y="6432366"/>
                </a:cubicBezTo>
                <a:cubicBezTo>
                  <a:pt x="2815273" y="6432516"/>
                  <a:pt x="2819388" y="6432591"/>
                  <a:pt x="2823796" y="6432591"/>
                </a:cubicBezTo>
                <a:cubicBezTo>
                  <a:pt x="2846256" y="6432591"/>
                  <a:pt x="2862605" y="6429008"/>
                  <a:pt x="2872843" y="6421841"/>
                </a:cubicBezTo>
                <a:cubicBezTo>
                  <a:pt x="2883081" y="6414675"/>
                  <a:pt x="2888200" y="6404340"/>
                  <a:pt x="2888200" y="6390836"/>
                </a:cubicBezTo>
                <a:cubicBezTo>
                  <a:pt x="2888200" y="6382537"/>
                  <a:pt x="2884999" y="6375427"/>
                  <a:pt x="2878596" y="6369504"/>
                </a:cubicBezTo>
                <a:cubicBezTo>
                  <a:pt x="2872193" y="6363582"/>
                  <a:pt x="2863882" y="6360469"/>
                  <a:pt x="2853664" y="6360164"/>
                </a:cubicBezTo>
                <a:cubicBezTo>
                  <a:pt x="2860774" y="6359981"/>
                  <a:pt x="2866626" y="6357271"/>
                  <a:pt x="2871220" y="6352034"/>
                </a:cubicBezTo>
                <a:cubicBezTo>
                  <a:pt x="2875813" y="6346798"/>
                  <a:pt x="2878110" y="6340296"/>
                  <a:pt x="2878110" y="6332528"/>
                </a:cubicBezTo>
                <a:cubicBezTo>
                  <a:pt x="2878110" y="6322289"/>
                  <a:pt x="2874103" y="6314565"/>
                  <a:pt x="2866089" y="6309356"/>
                </a:cubicBezTo>
                <a:cubicBezTo>
                  <a:pt x="2858074" y="6304147"/>
                  <a:pt x="2844426" y="6301542"/>
                  <a:pt x="2825142" y="6301542"/>
                </a:cubicBezTo>
                <a:close/>
                <a:moveTo>
                  <a:pt x="4397545" y="6299971"/>
                </a:moveTo>
                <a:cubicBezTo>
                  <a:pt x="4390425" y="6299971"/>
                  <a:pt x="4383341" y="6301043"/>
                  <a:pt x="4376290" y="6303189"/>
                </a:cubicBezTo>
                <a:cubicBezTo>
                  <a:pt x="4369241" y="6305334"/>
                  <a:pt x="4363016" y="6307797"/>
                  <a:pt x="4357615" y="6310576"/>
                </a:cubicBezTo>
                <a:cubicBezTo>
                  <a:pt x="4352215" y="6313354"/>
                  <a:pt x="4348242" y="6315957"/>
                  <a:pt x="4345700" y="6318384"/>
                </a:cubicBezTo>
                <a:lnTo>
                  <a:pt x="4352539" y="6332796"/>
                </a:lnTo>
                <a:cubicBezTo>
                  <a:pt x="4359754" y="6329574"/>
                  <a:pt x="4366331" y="6326900"/>
                  <a:pt x="4372268" y="6324774"/>
                </a:cubicBezTo>
                <a:cubicBezTo>
                  <a:pt x="4378206" y="6322647"/>
                  <a:pt x="4384837" y="6321584"/>
                  <a:pt x="4392162" y="6321584"/>
                </a:cubicBezTo>
                <a:cubicBezTo>
                  <a:pt x="4398456" y="6321584"/>
                  <a:pt x="4403232" y="6322415"/>
                  <a:pt x="4406491" y="6324077"/>
                </a:cubicBezTo>
                <a:cubicBezTo>
                  <a:pt x="4409750" y="6325739"/>
                  <a:pt x="4412057" y="6328400"/>
                  <a:pt x="4413411" y="6332059"/>
                </a:cubicBezTo>
                <a:cubicBezTo>
                  <a:pt x="4414766" y="6335717"/>
                  <a:pt x="4415444" y="6340883"/>
                  <a:pt x="4415444" y="6347555"/>
                </a:cubicBezTo>
                <a:lnTo>
                  <a:pt x="4415444" y="6351856"/>
                </a:lnTo>
                <a:cubicBezTo>
                  <a:pt x="4395030" y="6352280"/>
                  <a:pt x="4377516" y="6355950"/>
                  <a:pt x="4362906" y="6362866"/>
                </a:cubicBezTo>
                <a:cubicBezTo>
                  <a:pt x="4348293" y="6369782"/>
                  <a:pt x="4340988" y="6380675"/>
                  <a:pt x="4340988" y="6395543"/>
                </a:cubicBezTo>
                <a:cubicBezTo>
                  <a:pt x="4340988" y="6407938"/>
                  <a:pt x="4344766" y="6417435"/>
                  <a:pt x="4352324" y="6424036"/>
                </a:cubicBezTo>
                <a:cubicBezTo>
                  <a:pt x="4359880" y="6430637"/>
                  <a:pt x="4369348" y="6433937"/>
                  <a:pt x="4380725" y="6433937"/>
                </a:cubicBezTo>
                <a:cubicBezTo>
                  <a:pt x="4389353" y="6433937"/>
                  <a:pt x="4397057" y="6431988"/>
                  <a:pt x="4403840" y="6428090"/>
                </a:cubicBezTo>
                <a:cubicBezTo>
                  <a:pt x="4410624" y="6424192"/>
                  <a:pt x="4415014" y="6420161"/>
                  <a:pt x="4417012" y="6415996"/>
                </a:cubicBezTo>
                <a:lnTo>
                  <a:pt x="4417012" y="6421111"/>
                </a:lnTo>
                <a:cubicBezTo>
                  <a:pt x="4417012" y="6426169"/>
                  <a:pt x="4417996" y="6429533"/>
                  <a:pt x="4419964" y="6431205"/>
                </a:cubicBezTo>
                <a:cubicBezTo>
                  <a:pt x="4421932" y="6432877"/>
                  <a:pt x="4425298" y="6433712"/>
                  <a:pt x="4430064" y="6433712"/>
                </a:cubicBezTo>
                <a:cubicBezTo>
                  <a:pt x="4433733" y="6433712"/>
                  <a:pt x="4437870" y="6433335"/>
                  <a:pt x="4442475" y="6432580"/>
                </a:cubicBezTo>
                <a:cubicBezTo>
                  <a:pt x="4447081" y="6431825"/>
                  <a:pt x="4451479" y="6430923"/>
                  <a:pt x="4455671" y="6429873"/>
                </a:cubicBezTo>
                <a:lnTo>
                  <a:pt x="4455671" y="6416139"/>
                </a:lnTo>
                <a:lnTo>
                  <a:pt x="4442440" y="6416139"/>
                </a:lnTo>
                <a:lnTo>
                  <a:pt x="4442440" y="6346209"/>
                </a:lnTo>
                <a:cubicBezTo>
                  <a:pt x="4442440" y="6335214"/>
                  <a:pt x="4441019" y="6326323"/>
                  <a:pt x="4438177" y="6319534"/>
                </a:cubicBezTo>
                <a:cubicBezTo>
                  <a:pt x="4435335" y="6312745"/>
                  <a:pt x="4430587" y="6307787"/>
                  <a:pt x="4423934" y="6304661"/>
                </a:cubicBezTo>
                <a:cubicBezTo>
                  <a:pt x="4417281" y="6301534"/>
                  <a:pt x="4408484" y="6299971"/>
                  <a:pt x="4397545" y="6299971"/>
                </a:cubicBezTo>
                <a:close/>
                <a:moveTo>
                  <a:pt x="2149645" y="6299971"/>
                </a:moveTo>
                <a:cubicBezTo>
                  <a:pt x="2142525" y="6299971"/>
                  <a:pt x="2135440" y="6301043"/>
                  <a:pt x="2128390" y="6303189"/>
                </a:cubicBezTo>
                <a:cubicBezTo>
                  <a:pt x="2121341" y="6305334"/>
                  <a:pt x="2115116" y="6307797"/>
                  <a:pt x="2109715" y="6310576"/>
                </a:cubicBezTo>
                <a:cubicBezTo>
                  <a:pt x="2104314" y="6313354"/>
                  <a:pt x="2100342" y="6315957"/>
                  <a:pt x="2097799" y="6318384"/>
                </a:cubicBezTo>
                <a:lnTo>
                  <a:pt x="2104639" y="6332796"/>
                </a:lnTo>
                <a:cubicBezTo>
                  <a:pt x="2111855" y="6329574"/>
                  <a:pt x="2118431" y="6326900"/>
                  <a:pt x="2124369" y="6324774"/>
                </a:cubicBezTo>
                <a:cubicBezTo>
                  <a:pt x="2130306" y="6322647"/>
                  <a:pt x="2136937" y="6321584"/>
                  <a:pt x="2144262" y="6321584"/>
                </a:cubicBezTo>
                <a:cubicBezTo>
                  <a:pt x="2150556" y="6321584"/>
                  <a:pt x="2155332" y="6322415"/>
                  <a:pt x="2158591" y="6324077"/>
                </a:cubicBezTo>
                <a:cubicBezTo>
                  <a:pt x="2161850" y="6325739"/>
                  <a:pt x="2164156" y="6328400"/>
                  <a:pt x="2165511" y="6332059"/>
                </a:cubicBezTo>
                <a:cubicBezTo>
                  <a:pt x="2166867" y="6335717"/>
                  <a:pt x="2167544" y="6340883"/>
                  <a:pt x="2167544" y="6347555"/>
                </a:cubicBezTo>
                <a:lnTo>
                  <a:pt x="2167544" y="6351856"/>
                </a:lnTo>
                <a:cubicBezTo>
                  <a:pt x="2147129" y="6352280"/>
                  <a:pt x="2129617" y="6355950"/>
                  <a:pt x="2115005" y="6362866"/>
                </a:cubicBezTo>
                <a:cubicBezTo>
                  <a:pt x="2100393" y="6369782"/>
                  <a:pt x="2093088" y="6380675"/>
                  <a:pt x="2093088" y="6395543"/>
                </a:cubicBezTo>
                <a:cubicBezTo>
                  <a:pt x="2093088" y="6407938"/>
                  <a:pt x="2096866" y="6417435"/>
                  <a:pt x="2104423" y="6424036"/>
                </a:cubicBezTo>
                <a:cubicBezTo>
                  <a:pt x="2111980" y="6430637"/>
                  <a:pt x="2121447" y="6433937"/>
                  <a:pt x="2132825" y="6433937"/>
                </a:cubicBezTo>
                <a:cubicBezTo>
                  <a:pt x="2141453" y="6433937"/>
                  <a:pt x="2149157" y="6431988"/>
                  <a:pt x="2155940" y="6428090"/>
                </a:cubicBezTo>
                <a:cubicBezTo>
                  <a:pt x="2162723" y="6424192"/>
                  <a:pt x="2167114" y="6420161"/>
                  <a:pt x="2169112" y="6415996"/>
                </a:cubicBezTo>
                <a:lnTo>
                  <a:pt x="2169112" y="6421111"/>
                </a:lnTo>
                <a:cubicBezTo>
                  <a:pt x="2169112" y="6426169"/>
                  <a:pt x="2170096" y="6429533"/>
                  <a:pt x="2172064" y="6431205"/>
                </a:cubicBezTo>
                <a:cubicBezTo>
                  <a:pt x="2174032" y="6432877"/>
                  <a:pt x="2177398" y="6433712"/>
                  <a:pt x="2182163" y="6433712"/>
                </a:cubicBezTo>
                <a:cubicBezTo>
                  <a:pt x="2185833" y="6433712"/>
                  <a:pt x="2189970" y="6433335"/>
                  <a:pt x="2194575" y="6432580"/>
                </a:cubicBezTo>
                <a:cubicBezTo>
                  <a:pt x="2199181" y="6431825"/>
                  <a:pt x="2203579" y="6430923"/>
                  <a:pt x="2207770" y="6429873"/>
                </a:cubicBezTo>
                <a:lnTo>
                  <a:pt x="2207770" y="6416139"/>
                </a:lnTo>
                <a:lnTo>
                  <a:pt x="2194540" y="6416139"/>
                </a:lnTo>
                <a:lnTo>
                  <a:pt x="2194540" y="6346209"/>
                </a:lnTo>
                <a:cubicBezTo>
                  <a:pt x="2194540" y="6335214"/>
                  <a:pt x="2193119" y="6326323"/>
                  <a:pt x="2190277" y="6319534"/>
                </a:cubicBezTo>
                <a:cubicBezTo>
                  <a:pt x="2187435" y="6312745"/>
                  <a:pt x="2182687" y="6307787"/>
                  <a:pt x="2176034" y="6304661"/>
                </a:cubicBezTo>
                <a:cubicBezTo>
                  <a:pt x="2169381" y="6301534"/>
                  <a:pt x="2160585" y="6299971"/>
                  <a:pt x="2149645" y="6299971"/>
                </a:cubicBezTo>
                <a:close/>
                <a:moveTo>
                  <a:pt x="3825161" y="6299299"/>
                </a:moveTo>
                <a:cubicBezTo>
                  <a:pt x="3816553" y="6299299"/>
                  <a:pt x="3808757" y="6301104"/>
                  <a:pt x="3801773" y="6304714"/>
                </a:cubicBezTo>
                <a:cubicBezTo>
                  <a:pt x="3794789" y="6308324"/>
                  <a:pt x="3790340" y="6312348"/>
                  <a:pt x="3788425" y="6316787"/>
                </a:cubicBezTo>
                <a:lnTo>
                  <a:pt x="3788425" y="6305003"/>
                </a:lnTo>
                <a:lnTo>
                  <a:pt x="3782295" y="6299749"/>
                </a:lnTo>
                <a:lnTo>
                  <a:pt x="3780820" y="6299767"/>
                </a:lnTo>
                <a:lnTo>
                  <a:pt x="3746852" y="6304068"/>
                </a:lnTo>
                <a:lnTo>
                  <a:pt x="3746852" y="6319780"/>
                </a:lnTo>
                <a:lnTo>
                  <a:pt x="3763222" y="6323817"/>
                </a:lnTo>
                <a:lnTo>
                  <a:pt x="3763222" y="6468267"/>
                </a:lnTo>
                <a:lnTo>
                  <a:pt x="3747077" y="6470731"/>
                </a:lnTo>
                <a:lnTo>
                  <a:pt x="3747077" y="6485740"/>
                </a:lnTo>
                <a:lnTo>
                  <a:pt x="3814214" y="6485740"/>
                </a:lnTo>
                <a:lnTo>
                  <a:pt x="3814214" y="6470656"/>
                </a:lnTo>
                <a:lnTo>
                  <a:pt x="3790893" y="6468192"/>
                </a:lnTo>
                <a:lnTo>
                  <a:pt x="3790893" y="6448246"/>
                </a:lnTo>
                <a:lnTo>
                  <a:pt x="3790218" y="6430798"/>
                </a:lnTo>
                <a:cubicBezTo>
                  <a:pt x="3790861" y="6431674"/>
                  <a:pt x="3793310" y="6432416"/>
                  <a:pt x="3797565" y="6433025"/>
                </a:cubicBezTo>
                <a:cubicBezTo>
                  <a:pt x="3801821" y="6433633"/>
                  <a:pt x="3805861" y="6433937"/>
                  <a:pt x="3809684" y="6433937"/>
                </a:cubicBezTo>
                <a:cubicBezTo>
                  <a:pt x="3823163" y="6433937"/>
                  <a:pt x="3834933" y="6430763"/>
                  <a:pt x="3844996" y="6424415"/>
                </a:cubicBezTo>
                <a:cubicBezTo>
                  <a:pt x="3855060" y="6418066"/>
                  <a:pt x="3862798" y="6409439"/>
                  <a:pt x="3868212" y="6398533"/>
                </a:cubicBezTo>
                <a:cubicBezTo>
                  <a:pt x="3873625" y="6387627"/>
                  <a:pt x="3876332" y="6375642"/>
                  <a:pt x="3876332" y="6362578"/>
                </a:cubicBezTo>
                <a:cubicBezTo>
                  <a:pt x="3876332" y="6348412"/>
                  <a:pt x="3874009" y="6336605"/>
                  <a:pt x="3869362" y="6327156"/>
                </a:cubicBezTo>
                <a:cubicBezTo>
                  <a:pt x="3864714" y="6317707"/>
                  <a:pt x="3858499" y="6310702"/>
                  <a:pt x="3850717" y="6306141"/>
                </a:cubicBezTo>
                <a:cubicBezTo>
                  <a:pt x="3842933" y="6301580"/>
                  <a:pt x="3834415" y="6299299"/>
                  <a:pt x="3825161" y="6299299"/>
                </a:cubicBezTo>
                <a:close/>
                <a:moveTo>
                  <a:pt x="2705906" y="6299299"/>
                </a:moveTo>
                <a:cubicBezTo>
                  <a:pt x="2694088" y="6299299"/>
                  <a:pt x="2683538" y="6302108"/>
                  <a:pt x="2674256" y="6307725"/>
                </a:cubicBezTo>
                <a:cubicBezTo>
                  <a:pt x="2664974" y="6313343"/>
                  <a:pt x="2657793" y="6321232"/>
                  <a:pt x="2652712" y="6331392"/>
                </a:cubicBezTo>
                <a:cubicBezTo>
                  <a:pt x="2647632" y="6341553"/>
                  <a:pt x="2645092" y="6353294"/>
                  <a:pt x="2645092" y="6366615"/>
                </a:cubicBezTo>
                <a:cubicBezTo>
                  <a:pt x="2645092" y="6386912"/>
                  <a:pt x="2650031" y="6403207"/>
                  <a:pt x="2659911" y="6415499"/>
                </a:cubicBezTo>
                <a:cubicBezTo>
                  <a:pt x="2669791" y="6427791"/>
                  <a:pt x="2684151" y="6433937"/>
                  <a:pt x="2702991" y="6433937"/>
                </a:cubicBezTo>
                <a:cubicBezTo>
                  <a:pt x="2712114" y="6433937"/>
                  <a:pt x="2721079" y="6432238"/>
                  <a:pt x="2729886" y="6428839"/>
                </a:cubicBezTo>
                <a:cubicBezTo>
                  <a:pt x="2738693" y="6425439"/>
                  <a:pt x="2745591" y="6421031"/>
                  <a:pt x="2750580" y="6415614"/>
                </a:cubicBezTo>
                <a:lnTo>
                  <a:pt x="2744922" y="6402901"/>
                </a:lnTo>
                <a:cubicBezTo>
                  <a:pt x="2739917" y="6406240"/>
                  <a:pt x="2734308" y="6408944"/>
                  <a:pt x="2728095" y="6411015"/>
                </a:cubicBezTo>
                <a:cubicBezTo>
                  <a:pt x="2721882" y="6413085"/>
                  <a:pt x="2715907" y="6414121"/>
                  <a:pt x="2710167" y="6414121"/>
                </a:cubicBezTo>
                <a:cubicBezTo>
                  <a:pt x="2698852" y="6414121"/>
                  <a:pt x="2690079" y="6409838"/>
                  <a:pt x="2683850" y="6401273"/>
                </a:cubicBezTo>
                <a:cubicBezTo>
                  <a:pt x="2677621" y="6392707"/>
                  <a:pt x="2674373" y="6381992"/>
                  <a:pt x="2674106" y="6369126"/>
                </a:cubicBezTo>
                <a:lnTo>
                  <a:pt x="2750791" y="6369126"/>
                </a:lnTo>
                <a:cubicBezTo>
                  <a:pt x="2752143" y="6362932"/>
                  <a:pt x="2752819" y="6355601"/>
                  <a:pt x="2752819" y="6347134"/>
                </a:cubicBezTo>
                <a:cubicBezTo>
                  <a:pt x="2752331" y="6331463"/>
                  <a:pt x="2748032" y="6319573"/>
                  <a:pt x="2739923" y="6311463"/>
                </a:cubicBezTo>
                <a:cubicBezTo>
                  <a:pt x="2731814" y="6303354"/>
                  <a:pt x="2720475" y="6299299"/>
                  <a:pt x="2705906" y="6299299"/>
                </a:cubicBezTo>
                <a:close/>
                <a:moveTo>
                  <a:pt x="2564153" y="6299299"/>
                </a:moveTo>
                <a:cubicBezTo>
                  <a:pt x="2553416" y="6299299"/>
                  <a:pt x="2543335" y="6301986"/>
                  <a:pt x="2533912" y="6307359"/>
                </a:cubicBezTo>
                <a:cubicBezTo>
                  <a:pt x="2524488" y="6312732"/>
                  <a:pt x="2516924" y="6320507"/>
                  <a:pt x="2511219" y="6330683"/>
                </a:cubicBezTo>
                <a:cubicBezTo>
                  <a:pt x="2505515" y="6340860"/>
                  <a:pt x="2502663" y="6352837"/>
                  <a:pt x="2502663" y="6366615"/>
                </a:cubicBezTo>
                <a:cubicBezTo>
                  <a:pt x="2502663" y="6386612"/>
                  <a:pt x="2507600" y="6402832"/>
                  <a:pt x="2517476" y="6415274"/>
                </a:cubicBezTo>
                <a:cubicBezTo>
                  <a:pt x="2527350" y="6427716"/>
                  <a:pt x="2542088" y="6433937"/>
                  <a:pt x="2561689" y="6433937"/>
                </a:cubicBezTo>
                <a:cubicBezTo>
                  <a:pt x="2572401" y="6433937"/>
                  <a:pt x="2582457" y="6431297"/>
                  <a:pt x="2591854" y="6426015"/>
                </a:cubicBezTo>
                <a:cubicBezTo>
                  <a:pt x="2601252" y="6420733"/>
                  <a:pt x="2608822" y="6412972"/>
                  <a:pt x="2614564" y="6402730"/>
                </a:cubicBezTo>
                <a:cubicBezTo>
                  <a:pt x="2620307" y="6392488"/>
                  <a:pt x="2623178" y="6380375"/>
                  <a:pt x="2623178" y="6366390"/>
                </a:cubicBezTo>
                <a:cubicBezTo>
                  <a:pt x="2623178" y="6346540"/>
                  <a:pt x="2618241" y="6330395"/>
                  <a:pt x="2608367" y="6317957"/>
                </a:cubicBezTo>
                <a:cubicBezTo>
                  <a:pt x="2598494" y="6305518"/>
                  <a:pt x="2583755" y="6299299"/>
                  <a:pt x="2564153" y="6299299"/>
                </a:cubicBezTo>
                <a:close/>
                <a:moveTo>
                  <a:pt x="2291636" y="6299299"/>
                </a:moveTo>
                <a:cubicBezTo>
                  <a:pt x="2283028" y="6299299"/>
                  <a:pt x="2275232" y="6301104"/>
                  <a:pt x="2268248" y="6304714"/>
                </a:cubicBezTo>
                <a:cubicBezTo>
                  <a:pt x="2261264" y="6308324"/>
                  <a:pt x="2256814" y="6312348"/>
                  <a:pt x="2254900" y="6316787"/>
                </a:cubicBezTo>
                <a:lnTo>
                  <a:pt x="2254900" y="6305003"/>
                </a:lnTo>
                <a:lnTo>
                  <a:pt x="2248770" y="6299749"/>
                </a:lnTo>
                <a:lnTo>
                  <a:pt x="2247296" y="6299767"/>
                </a:lnTo>
                <a:lnTo>
                  <a:pt x="2213327" y="6304068"/>
                </a:lnTo>
                <a:lnTo>
                  <a:pt x="2213327" y="6319780"/>
                </a:lnTo>
                <a:lnTo>
                  <a:pt x="2229697" y="6323817"/>
                </a:lnTo>
                <a:lnTo>
                  <a:pt x="2229697" y="6468267"/>
                </a:lnTo>
                <a:lnTo>
                  <a:pt x="2213552" y="6470731"/>
                </a:lnTo>
                <a:lnTo>
                  <a:pt x="2213552" y="6485740"/>
                </a:lnTo>
                <a:lnTo>
                  <a:pt x="2280689" y="6485740"/>
                </a:lnTo>
                <a:lnTo>
                  <a:pt x="2280689" y="6470656"/>
                </a:lnTo>
                <a:lnTo>
                  <a:pt x="2257368" y="6468192"/>
                </a:lnTo>
                <a:lnTo>
                  <a:pt x="2257368" y="6448246"/>
                </a:lnTo>
                <a:lnTo>
                  <a:pt x="2256693" y="6430798"/>
                </a:lnTo>
                <a:cubicBezTo>
                  <a:pt x="2257336" y="6431674"/>
                  <a:pt x="2259785" y="6432416"/>
                  <a:pt x="2264040" y="6433025"/>
                </a:cubicBezTo>
                <a:cubicBezTo>
                  <a:pt x="2268296" y="6433633"/>
                  <a:pt x="2272335" y="6433937"/>
                  <a:pt x="2276160" y="6433937"/>
                </a:cubicBezTo>
                <a:cubicBezTo>
                  <a:pt x="2289637" y="6433937"/>
                  <a:pt x="2301408" y="6430763"/>
                  <a:pt x="2311471" y="6424415"/>
                </a:cubicBezTo>
                <a:cubicBezTo>
                  <a:pt x="2321534" y="6418066"/>
                  <a:pt x="2329273" y="6409439"/>
                  <a:pt x="2334687" y="6398533"/>
                </a:cubicBezTo>
                <a:cubicBezTo>
                  <a:pt x="2340100" y="6387627"/>
                  <a:pt x="2342807" y="6375642"/>
                  <a:pt x="2342807" y="6362578"/>
                </a:cubicBezTo>
                <a:cubicBezTo>
                  <a:pt x="2342807" y="6348412"/>
                  <a:pt x="2340484" y="6336605"/>
                  <a:pt x="2335837" y="6327156"/>
                </a:cubicBezTo>
                <a:cubicBezTo>
                  <a:pt x="2331190" y="6317707"/>
                  <a:pt x="2324975" y="6310702"/>
                  <a:pt x="2317191" y="6306141"/>
                </a:cubicBezTo>
                <a:cubicBezTo>
                  <a:pt x="2309409" y="6301580"/>
                  <a:pt x="2300890" y="6299299"/>
                  <a:pt x="2291636" y="6299299"/>
                </a:cubicBezTo>
                <a:close/>
                <a:moveTo>
                  <a:pt x="1515281" y="6299299"/>
                </a:moveTo>
                <a:cubicBezTo>
                  <a:pt x="1503463" y="6299299"/>
                  <a:pt x="1492913" y="6302108"/>
                  <a:pt x="1483631" y="6307725"/>
                </a:cubicBezTo>
                <a:cubicBezTo>
                  <a:pt x="1474349" y="6313343"/>
                  <a:pt x="1467168" y="6321232"/>
                  <a:pt x="1462087" y="6331392"/>
                </a:cubicBezTo>
                <a:cubicBezTo>
                  <a:pt x="1457007" y="6341553"/>
                  <a:pt x="1454466" y="6353294"/>
                  <a:pt x="1454466" y="6366615"/>
                </a:cubicBezTo>
                <a:cubicBezTo>
                  <a:pt x="1454466" y="6386912"/>
                  <a:pt x="1459406" y="6403207"/>
                  <a:pt x="1469286" y="6415499"/>
                </a:cubicBezTo>
                <a:cubicBezTo>
                  <a:pt x="1479166" y="6427791"/>
                  <a:pt x="1493526" y="6433937"/>
                  <a:pt x="1512367" y="6433937"/>
                </a:cubicBezTo>
                <a:cubicBezTo>
                  <a:pt x="1521489" y="6433937"/>
                  <a:pt x="1530454" y="6432238"/>
                  <a:pt x="1539261" y="6428839"/>
                </a:cubicBezTo>
                <a:cubicBezTo>
                  <a:pt x="1548068" y="6425439"/>
                  <a:pt x="1554966" y="6421031"/>
                  <a:pt x="1559955" y="6415614"/>
                </a:cubicBezTo>
                <a:lnTo>
                  <a:pt x="1554297" y="6402901"/>
                </a:lnTo>
                <a:cubicBezTo>
                  <a:pt x="1549292" y="6406240"/>
                  <a:pt x="1543682" y="6408944"/>
                  <a:pt x="1537470" y="6411015"/>
                </a:cubicBezTo>
                <a:cubicBezTo>
                  <a:pt x="1531257" y="6413085"/>
                  <a:pt x="1525281" y="6414121"/>
                  <a:pt x="1519543" y="6414121"/>
                </a:cubicBezTo>
                <a:cubicBezTo>
                  <a:pt x="1508227" y="6414121"/>
                  <a:pt x="1499454" y="6409838"/>
                  <a:pt x="1493225" y="6401273"/>
                </a:cubicBezTo>
                <a:cubicBezTo>
                  <a:pt x="1486996" y="6392707"/>
                  <a:pt x="1483748" y="6381992"/>
                  <a:pt x="1483481" y="6369126"/>
                </a:cubicBezTo>
                <a:lnTo>
                  <a:pt x="1560165" y="6369126"/>
                </a:lnTo>
                <a:cubicBezTo>
                  <a:pt x="1561518" y="6362932"/>
                  <a:pt x="1562194" y="6355601"/>
                  <a:pt x="1562194" y="6347134"/>
                </a:cubicBezTo>
                <a:cubicBezTo>
                  <a:pt x="1561706" y="6331463"/>
                  <a:pt x="1557407" y="6319573"/>
                  <a:pt x="1549298" y="6311463"/>
                </a:cubicBezTo>
                <a:cubicBezTo>
                  <a:pt x="1541189" y="6303354"/>
                  <a:pt x="1529850" y="6299299"/>
                  <a:pt x="1515281" y="6299299"/>
                </a:cubicBezTo>
                <a:close/>
                <a:moveTo>
                  <a:pt x="6798411" y="6285619"/>
                </a:moveTo>
                <a:cubicBezTo>
                  <a:pt x="6786855" y="6285619"/>
                  <a:pt x="6776258" y="6288650"/>
                  <a:pt x="6766621" y="6294713"/>
                </a:cubicBezTo>
                <a:cubicBezTo>
                  <a:pt x="6756985" y="6300776"/>
                  <a:pt x="6749401" y="6309452"/>
                  <a:pt x="6743871" y="6320741"/>
                </a:cubicBezTo>
                <a:cubicBezTo>
                  <a:pt x="6738343" y="6332031"/>
                  <a:pt x="6735578" y="6345155"/>
                  <a:pt x="6735578" y="6360114"/>
                </a:cubicBezTo>
                <a:cubicBezTo>
                  <a:pt x="6735578" y="6381550"/>
                  <a:pt x="6740507" y="6399138"/>
                  <a:pt x="6750366" y="6412878"/>
                </a:cubicBezTo>
                <a:cubicBezTo>
                  <a:pt x="6760224" y="6426617"/>
                  <a:pt x="6775118" y="6433487"/>
                  <a:pt x="6795050" y="6433487"/>
                </a:cubicBezTo>
                <a:cubicBezTo>
                  <a:pt x="6806705" y="6433487"/>
                  <a:pt x="6817248" y="6430292"/>
                  <a:pt x="6826678" y="6423902"/>
                </a:cubicBezTo>
                <a:cubicBezTo>
                  <a:pt x="6836108" y="6417512"/>
                  <a:pt x="6843479" y="6408581"/>
                  <a:pt x="6848792" y="6397108"/>
                </a:cubicBezTo>
                <a:cubicBezTo>
                  <a:pt x="6854105" y="6385635"/>
                  <a:pt x="6856761" y="6372481"/>
                  <a:pt x="6856761" y="6357646"/>
                </a:cubicBezTo>
                <a:cubicBezTo>
                  <a:pt x="6856761" y="6335605"/>
                  <a:pt x="6852094" y="6318090"/>
                  <a:pt x="6842760" y="6305102"/>
                </a:cubicBezTo>
                <a:cubicBezTo>
                  <a:pt x="6833427" y="6292113"/>
                  <a:pt x="6818645" y="6285619"/>
                  <a:pt x="6798411" y="6285619"/>
                </a:cubicBezTo>
                <a:close/>
                <a:moveTo>
                  <a:pt x="6941392" y="6285397"/>
                </a:moveTo>
                <a:cubicBezTo>
                  <a:pt x="6929945" y="6285397"/>
                  <a:pt x="6919200" y="6287985"/>
                  <a:pt x="6909157" y="6293161"/>
                </a:cubicBezTo>
                <a:cubicBezTo>
                  <a:pt x="6899114" y="6298337"/>
                  <a:pt x="6891232" y="6304503"/>
                  <a:pt x="6885510" y="6311661"/>
                </a:cubicBezTo>
                <a:lnTo>
                  <a:pt x="6894593" y="6324049"/>
                </a:lnTo>
                <a:cubicBezTo>
                  <a:pt x="6900927" y="6318879"/>
                  <a:pt x="6907050" y="6314671"/>
                  <a:pt x="6912960" y="6311426"/>
                </a:cubicBezTo>
                <a:cubicBezTo>
                  <a:pt x="6918870" y="6308180"/>
                  <a:pt x="6925880" y="6306557"/>
                  <a:pt x="6933991" y="6306557"/>
                </a:cubicBezTo>
                <a:cubicBezTo>
                  <a:pt x="6942476" y="6306557"/>
                  <a:pt x="6948962" y="6308768"/>
                  <a:pt x="6953452" y="6313190"/>
                </a:cubicBezTo>
                <a:cubicBezTo>
                  <a:pt x="6957942" y="6317612"/>
                  <a:pt x="6960187" y="6323609"/>
                  <a:pt x="6960187" y="6331182"/>
                </a:cubicBezTo>
                <a:cubicBezTo>
                  <a:pt x="6960187" y="6340364"/>
                  <a:pt x="6956857" y="6350223"/>
                  <a:pt x="6950198" y="6360760"/>
                </a:cubicBezTo>
                <a:cubicBezTo>
                  <a:pt x="6943539" y="6371297"/>
                  <a:pt x="6934509" y="6381563"/>
                  <a:pt x="6923107" y="6391557"/>
                </a:cubicBezTo>
                <a:cubicBezTo>
                  <a:pt x="6911706" y="6401551"/>
                  <a:pt x="6898874" y="6410669"/>
                  <a:pt x="6884613" y="6418911"/>
                </a:cubicBezTo>
                <a:lnTo>
                  <a:pt x="6888621" y="6431469"/>
                </a:lnTo>
                <a:lnTo>
                  <a:pt x="6999174" y="6431469"/>
                </a:lnTo>
                <a:lnTo>
                  <a:pt x="7005350" y="6392179"/>
                </a:lnTo>
                <a:lnTo>
                  <a:pt x="6990134" y="6389221"/>
                </a:lnTo>
                <a:lnTo>
                  <a:pt x="6982100" y="6408881"/>
                </a:lnTo>
                <a:lnTo>
                  <a:pt x="6916542" y="6413667"/>
                </a:lnTo>
                <a:cubicBezTo>
                  <a:pt x="6937368" y="6403997"/>
                  <a:pt x="6955022" y="6391197"/>
                  <a:pt x="6969502" y="6375268"/>
                </a:cubicBezTo>
                <a:cubicBezTo>
                  <a:pt x="6983982" y="6359338"/>
                  <a:pt x="6991223" y="6343671"/>
                  <a:pt x="6991223" y="6328267"/>
                </a:cubicBezTo>
                <a:cubicBezTo>
                  <a:pt x="6991223" y="6320661"/>
                  <a:pt x="6989407" y="6313619"/>
                  <a:pt x="6985774" y="6307141"/>
                </a:cubicBezTo>
                <a:cubicBezTo>
                  <a:pt x="6982142" y="6300663"/>
                  <a:pt x="6976550" y="6295419"/>
                  <a:pt x="6969001" y="6291411"/>
                </a:cubicBezTo>
                <a:cubicBezTo>
                  <a:pt x="6961451" y="6287402"/>
                  <a:pt x="6952248" y="6285397"/>
                  <a:pt x="6941392" y="6285397"/>
                </a:cubicBezTo>
                <a:close/>
                <a:moveTo>
                  <a:pt x="6646116" y="6285397"/>
                </a:moveTo>
                <a:cubicBezTo>
                  <a:pt x="6634669" y="6285397"/>
                  <a:pt x="6623925" y="6287985"/>
                  <a:pt x="6613882" y="6293161"/>
                </a:cubicBezTo>
                <a:cubicBezTo>
                  <a:pt x="6603839" y="6298337"/>
                  <a:pt x="6595957" y="6304503"/>
                  <a:pt x="6590234" y="6311661"/>
                </a:cubicBezTo>
                <a:lnTo>
                  <a:pt x="6599318" y="6324049"/>
                </a:lnTo>
                <a:cubicBezTo>
                  <a:pt x="6605653" y="6318879"/>
                  <a:pt x="6611774" y="6314671"/>
                  <a:pt x="6617685" y="6311426"/>
                </a:cubicBezTo>
                <a:cubicBezTo>
                  <a:pt x="6623595" y="6308180"/>
                  <a:pt x="6630605" y="6306557"/>
                  <a:pt x="6638716" y="6306557"/>
                </a:cubicBezTo>
                <a:cubicBezTo>
                  <a:pt x="6647200" y="6306557"/>
                  <a:pt x="6653687" y="6308768"/>
                  <a:pt x="6658177" y="6313190"/>
                </a:cubicBezTo>
                <a:cubicBezTo>
                  <a:pt x="6662667" y="6317612"/>
                  <a:pt x="6664912" y="6323609"/>
                  <a:pt x="6664912" y="6331182"/>
                </a:cubicBezTo>
                <a:cubicBezTo>
                  <a:pt x="6664912" y="6340364"/>
                  <a:pt x="6661582" y="6350223"/>
                  <a:pt x="6654923" y="6360760"/>
                </a:cubicBezTo>
                <a:cubicBezTo>
                  <a:pt x="6648264" y="6371297"/>
                  <a:pt x="6639233" y="6381563"/>
                  <a:pt x="6627832" y="6391557"/>
                </a:cubicBezTo>
                <a:cubicBezTo>
                  <a:pt x="6616431" y="6401551"/>
                  <a:pt x="6603600" y="6410669"/>
                  <a:pt x="6589338" y="6418911"/>
                </a:cubicBezTo>
                <a:lnTo>
                  <a:pt x="6593345" y="6431469"/>
                </a:lnTo>
                <a:lnTo>
                  <a:pt x="6703899" y="6431469"/>
                </a:lnTo>
                <a:lnTo>
                  <a:pt x="6710075" y="6392179"/>
                </a:lnTo>
                <a:lnTo>
                  <a:pt x="6694858" y="6389221"/>
                </a:lnTo>
                <a:lnTo>
                  <a:pt x="6686825" y="6408881"/>
                </a:lnTo>
                <a:lnTo>
                  <a:pt x="6621267" y="6413667"/>
                </a:lnTo>
                <a:cubicBezTo>
                  <a:pt x="6642094" y="6403997"/>
                  <a:pt x="6659747" y="6391197"/>
                  <a:pt x="6674227" y="6375268"/>
                </a:cubicBezTo>
                <a:cubicBezTo>
                  <a:pt x="6688708" y="6359338"/>
                  <a:pt x="6695948" y="6343671"/>
                  <a:pt x="6695948" y="6328267"/>
                </a:cubicBezTo>
                <a:cubicBezTo>
                  <a:pt x="6695948" y="6320661"/>
                  <a:pt x="6694131" y="6313619"/>
                  <a:pt x="6690499" y="6307141"/>
                </a:cubicBezTo>
                <a:cubicBezTo>
                  <a:pt x="6686866" y="6300663"/>
                  <a:pt x="6681275" y="6295419"/>
                  <a:pt x="6673725" y="6291411"/>
                </a:cubicBezTo>
                <a:cubicBezTo>
                  <a:pt x="6666176" y="6287402"/>
                  <a:pt x="6656973" y="6285397"/>
                  <a:pt x="6646116" y="6285397"/>
                </a:cubicBezTo>
                <a:close/>
                <a:moveTo>
                  <a:pt x="5508605" y="6285397"/>
                </a:moveTo>
                <a:cubicBezTo>
                  <a:pt x="5498716" y="6285397"/>
                  <a:pt x="5489013" y="6287448"/>
                  <a:pt x="5479496" y="6291548"/>
                </a:cubicBezTo>
                <a:cubicBezTo>
                  <a:pt x="5469979" y="6295649"/>
                  <a:pt x="5462849" y="6300252"/>
                  <a:pt x="5458106" y="6305357"/>
                </a:cubicBezTo>
                <a:lnTo>
                  <a:pt x="5465793" y="6317994"/>
                </a:lnTo>
                <a:cubicBezTo>
                  <a:pt x="5471417" y="6314399"/>
                  <a:pt x="5477230" y="6311444"/>
                  <a:pt x="5483232" y="6309131"/>
                </a:cubicBezTo>
                <a:cubicBezTo>
                  <a:pt x="5489235" y="6306817"/>
                  <a:pt x="5495450" y="6305661"/>
                  <a:pt x="5501880" y="6305661"/>
                </a:cubicBezTo>
                <a:cubicBezTo>
                  <a:pt x="5509092" y="6305661"/>
                  <a:pt x="5514962" y="6307451"/>
                  <a:pt x="5519489" y="6311033"/>
                </a:cubicBezTo>
                <a:cubicBezTo>
                  <a:pt x="5524015" y="6314614"/>
                  <a:pt x="5526279" y="6320284"/>
                  <a:pt x="5526279" y="6328042"/>
                </a:cubicBezTo>
                <a:cubicBezTo>
                  <a:pt x="5526279" y="6334879"/>
                  <a:pt x="5523570" y="6341397"/>
                  <a:pt x="5518153" y="6347598"/>
                </a:cubicBezTo>
                <a:cubicBezTo>
                  <a:pt x="5512736" y="6353799"/>
                  <a:pt x="5506039" y="6358628"/>
                  <a:pt x="5498061" y="6362086"/>
                </a:cubicBezTo>
                <a:cubicBezTo>
                  <a:pt x="5491703" y="6364722"/>
                  <a:pt x="5484888" y="6366771"/>
                  <a:pt x="5477616" y="6368233"/>
                </a:cubicBezTo>
                <a:lnTo>
                  <a:pt x="5481427" y="6381124"/>
                </a:lnTo>
                <a:cubicBezTo>
                  <a:pt x="5481277" y="6383143"/>
                  <a:pt x="5484778" y="6383341"/>
                  <a:pt x="5491928" y="6381717"/>
                </a:cubicBezTo>
                <a:lnTo>
                  <a:pt x="5498125" y="6380113"/>
                </a:lnTo>
                <a:cubicBezTo>
                  <a:pt x="5510182" y="6380256"/>
                  <a:pt x="5519084" y="6382924"/>
                  <a:pt x="5524832" y="6388117"/>
                </a:cubicBezTo>
                <a:cubicBezTo>
                  <a:pt x="5530581" y="6393311"/>
                  <a:pt x="5533455" y="6400645"/>
                  <a:pt x="5533455" y="6410120"/>
                </a:cubicBezTo>
                <a:cubicBezTo>
                  <a:pt x="5533455" y="6417321"/>
                  <a:pt x="5531284" y="6423982"/>
                  <a:pt x="5526943" y="6430103"/>
                </a:cubicBezTo>
                <a:cubicBezTo>
                  <a:pt x="5522602" y="6436224"/>
                  <a:pt x="5516324" y="6441070"/>
                  <a:pt x="5508109" y="6444642"/>
                </a:cubicBezTo>
                <a:cubicBezTo>
                  <a:pt x="5499893" y="6448214"/>
                  <a:pt x="5490042" y="6450000"/>
                  <a:pt x="5478556" y="6450000"/>
                </a:cubicBezTo>
                <a:cubicBezTo>
                  <a:pt x="5471898" y="6450000"/>
                  <a:pt x="5465229" y="6449176"/>
                  <a:pt x="5458553" y="6447528"/>
                </a:cubicBezTo>
                <a:lnTo>
                  <a:pt x="5458553" y="6464370"/>
                </a:lnTo>
                <a:cubicBezTo>
                  <a:pt x="5462667" y="6465453"/>
                  <a:pt x="5466833" y="6466258"/>
                  <a:pt x="5471049" y="6466784"/>
                </a:cubicBezTo>
                <a:cubicBezTo>
                  <a:pt x="5475265" y="6467311"/>
                  <a:pt x="5479188" y="6467574"/>
                  <a:pt x="5482817" y="6467574"/>
                </a:cubicBezTo>
                <a:cubicBezTo>
                  <a:pt x="5498975" y="6467574"/>
                  <a:pt x="5513227" y="6465082"/>
                  <a:pt x="5525570" y="6460098"/>
                </a:cubicBezTo>
                <a:cubicBezTo>
                  <a:pt x="5537914" y="6455114"/>
                  <a:pt x="5547523" y="6448090"/>
                  <a:pt x="5554399" y="6439026"/>
                </a:cubicBezTo>
                <a:cubicBezTo>
                  <a:pt x="5561274" y="6429961"/>
                  <a:pt x="5564712" y="6419728"/>
                  <a:pt x="5564712" y="6408327"/>
                </a:cubicBezTo>
                <a:cubicBezTo>
                  <a:pt x="5564712" y="6400950"/>
                  <a:pt x="5562773" y="6394291"/>
                  <a:pt x="5558892" y="6388351"/>
                </a:cubicBezTo>
                <a:cubicBezTo>
                  <a:pt x="5555011" y="6382411"/>
                  <a:pt x="5549525" y="6377708"/>
                  <a:pt x="5542433" y="6374242"/>
                </a:cubicBezTo>
                <a:cubicBezTo>
                  <a:pt x="5535341" y="6370777"/>
                  <a:pt x="5527204" y="6369044"/>
                  <a:pt x="5518024" y="6369044"/>
                </a:cubicBezTo>
                <a:cubicBezTo>
                  <a:pt x="5515382" y="6369044"/>
                  <a:pt x="5514050" y="6369042"/>
                  <a:pt x="5514031" y="6369040"/>
                </a:cubicBezTo>
                <a:cubicBezTo>
                  <a:pt x="5524866" y="6367859"/>
                  <a:pt x="5534638" y="6362757"/>
                  <a:pt x="5543349" y="6353735"/>
                </a:cubicBezTo>
                <a:cubicBezTo>
                  <a:pt x="5552060" y="6344712"/>
                  <a:pt x="5556415" y="6334579"/>
                  <a:pt x="5556415" y="6323334"/>
                </a:cubicBezTo>
                <a:cubicBezTo>
                  <a:pt x="5556415" y="6310578"/>
                  <a:pt x="5551971" y="6301066"/>
                  <a:pt x="5543085" y="6294799"/>
                </a:cubicBezTo>
                <a:cubicBezTo>
                  <a:pt x="5534198" y="6288531"/>
                  <a:pt x="5522705" y="6285397"/>
                  <a:pt x="5508605" y="6285397"/>
                </a:cubicBezTo>
                <a:close/>
                <a:moveTo>
                  <a:pt x="5379291" y="6285397"/>
                </a:moveTo>
                <a:cubicBezTo>
                  <a:pt x="5367845" y="6285397"/>
                  <a:pt x="5357100" y="6287985"/>
                  <a:pt x="5347057" y="6293161"/>
                </a:cubicBezTo>
                <a:cubicBezTo>
                  <a:pt x="5337015" y="6298337"/>
                  <a:pt x="5329132" y="6304503"/>
                  <a:pt x="5323409" y="6311661"/>
                </a:cubicBezTo>
                <a:lnTo>
                  <a:pt x="5332493" y="6324049"/>
                </a:lnTo>
                <a:cubicBezTo>
                  <a:pt x="5338827" y="6318879"/>
                  <a:pt x="5344949" y="6314671"/>
                  <a:pt x="5350859" y="6311426"/>
                </a:cubicBezTo>
                <a:cubicBezTo>
                  <a:pt x="5356770" y="6308180"/>
                  <a:pt x="5363780" y="6306557"/>
                  <a:pt x="5371890" y="6306557"/>
                </a:cubicBezTo>
                <a:cubicBezTo>
                  <a:pt x="5380375" y="6306557"/>
                  <a:pt x="5386862" y="6308768"/>
                  <a:pt x="5391352" y="6313190"/>
                </a:cubicBezTo>
                <a:cubicBezTo>
                  <a:pt x="5395842" y="6317612"/>
                  <a:pt x="5398087" y="6323609"/>
                  <a:pt x="5398087" y="6331182"/>
                </a:cubicBezTo>
                <a:cubicBezTo>
                  <a:pt x="5398087" y="6340364"/>
                  <a:pt x="5394758" y="6350223"/>
                  <a:pt x="5388098" y="6360760"/>
                </a:cubicBezTo>
                <a:cubicBezTo>
                  <a:pt x="5381439" y="6371297"/>
                  <a:pt x="5372408" y="6381563"/>
                  <a:pt x="5361007" y="6391557"/>
                </a:cubicBezTo>
                <a:cubicBezTo>
                  <a:pt x="5349605" y="6401551"/>
                  <a:pt x="5336775" y="6410669"/>
                  <a:pt x="5322513" y="6418911"/>
                </a:cubicBezTo>
                <a:lnTo>
                  <a:pt x="5326520" y="6431469"/>
                </a:lnTo>
                <a:lnTo>
                  <a:pt x="5437074" y="6431469"/>
                </a:lnTo>
                <a:lnTo>
                  <a:pt x="5443249" y="6392179"/>
                </a:lnTo>
                <a:lnTo>
                  <a:pt x="5428033" y="6389221"/>
                </a:lnTo>
                <a:lnTo>
                  <a:pt x="5420000" y="6408881"/>
                </a:lnTo>
                <a:lnTo>
                  <a:pt x="5354442" y="6413667"/>
                </a:lnTo>
                <a:cubicBezTo>
                  <a:pt x="5375269" y="6403997"/>
                  <a:pt x="5392922" y="6391197"/>
                  <a:pt x="5407403" y="6375268"/>
                </a:cubicBezTo>
                <a:cubicBezTo>
                  <a:pt x="5421883" y="6359338"/>
                  <a:pt x="5429123" y="6343671"/>
                  <a:pt x="5429123" y="6328267"/>
                </a:cubicBezTo>
                <a:cubicBezTo>
                  <a:pt x="5429123" y="6320661"/>
                  <a:pt x="5427306" y="6313619"/>
                  <a:pt x="5423674" y="6307141"/>
                </a:cubicBezTo>
                <a:cubicBezTo>
                  <a:pt x="5420041" y="6300663"/>
                  <a:pt x="5414451" y="6295419"/>
                  <a:pt x="5406900" y="6291411"/>
                </a:cubicBezTo>
                <a:cubicBezTo>
                  <a:pt x="5399351" y="6287402"/>
                  <a:pt x="5390147" y="6285397"/>
                  <a:pt x="5379291" y="6285397"/>
                </a:cubicBezTo>
                <a:close/>
                <a:moveTo>
                  <a:pt x="6310751" y="6260501"/>
                </a:moveTo>
                <a:lnTo>
                  <a:pt x="6310751" y="6275628"/>
                </a:lnTo>
                <a:lnTo>
                  <a:pt x="6323563" y="6278475"/>
                </a:lnTo>
                <a:lnTo>
                  <a:pt x="6379373" y="6393504"/>
                </a:lnTo>
                <a:cubicBezTo>
                  <a:pt x="6377157" y="6399812"/>
                  <a:pt x="6374593" y="6404189"/>
                  <a:pt x="6371681" y="6406636"/>
                </a:cubicBezTo>
                <a:cubicBezTo>
                  <a:pt x="6368771" y="6409083"/>
                  <a:pt x="6363418" y="6410306"/>
                  <a:pt x="6355625" y="6410306"/>
                </a:cubicBezTo>
                <a:lnTo>
                  <a:pt x="6339680" y="6410081"/>
                </a:lnTo>
                <a:lnTo>
                  <a:pt x="6339680" y="6429576"/>
                </a:lnTo>
                <a:cubicBezTo>
                  <a:pt x="6343206" y="6431119"/>
                  <a:pt x="6346902" y="6432232"/>
                  <a:pt x="6350766" y="6432914"/>
                </a:cubicBezTo>
                <a:cubicBezTo>
                  <a:pt x="6354632" y="6433596"/>
                  <a:pt x="6358650" y="6433937"/>
                  <a:pt x="6362822" y="6433937"/>
                </a:cubicBezTo>
                <a:cubicBezTo>
                  <a:pt x="6370689" y="6433937"/>
                  <a:pt x="6377570" y="6431548"/>
                  <a:pt x="6383464" y="6426770"/>
                </a:cubicBezTo>
                <a:cubicBezTo>
                  <a:pt x="6389357" y="6421992"/>
                  <a:pt x="6393834" y="6415892"/>
                  <a:pt x="6396893" y="6408470"/>
                </a:cubicBezTo>
                <a:cubicBezTo>
                  <a:pt x="6399954" y="6401048"/>
                  <a:pt x="6401759" y="6396785"/>
                  <a:pt x="6402309" y="6395683"/>
                </a:cubicBezTo>
                <a:lnTo>
                  <a:pt x="6449250" y="6278447"/>
                </a:lnTo>
                <a:lnTo>
                  <a:pt x="6461538" y="6275614"/>
                </a:lnTo>
                <a:lnTo>
                  <a:pt x="6461538" y="6260501"/>
                </a:lnTo>
                <a:lnTo>
                  <a:pt x="6408977" y="6260501"/>
                </a:lnTo>
                <a:lnTo>
                  <a:pt x="6408977" y="6275782"/>
                </a:lnTo>
                <a:lnTo>
                  <a:pt x="6428037" y="6278357"/>
                </a:lnTo>
                <a:lnTo>
                  <a:pt x="6399665" y="6353606"/>
                </a:lnTo>
                <a:lnTo>
                  <a:pt x="6394511" y="6372626"/>
                </a:lnTo>
                <a:lnTo>
                  <a:pt x="6389814" y="6353727"/>
                </a:lnTo>
                <a:lnTo>
                  <a:pt x="6353896" y="6278372"/>
                </a:lnTo>
                <a:lnTo>
                  <a:pt x="6375874" y="6275811"/>
                </a:lnTo>
                <a:lnTo>
                  <a:pt x="6375874" y="6260501"/>
                </a:lnTo>
                <a:close/>
                <a:moveTo>
                  <a:pt x="6185698" y="6260501"/>
                </a:moveTo>
                <a:lnTo>
                  <a:pt x="6185698" y="6275578"/>
                </a:lnTo>
                <a:lnTo>
                  <a:pt x="6209694" y="6278718"/>
                </a:lnTo>
                <a:lnTo>
                  <a:pt x="6209694" y="6413906"/>
                </a:lnTo>
                <a:lnTo>
                  <a:pt x="6185027" y="6416374"/>
                </a:lnTo>
                <a:lnTo>
                  <a:pt x="6185027" y="6431469"/>
                </a:lnTo>
                <a:lnTo>
                  <a:pt x="6277506" y="6431469"/>
                </a:lnTo>
                <a:lnTo>
                  <a:pt x="6277506" y="6416307"/>
                </a:lnTo>
                <a:lnTo>
                  <a:pt x="6238487" y="6413838"/>
                </a:lnTo>
                <a:lnTo>
                  <a:pt x="6238487" y="6276507"/>
                </a:lnTo>
                <a:lnTo>
                  <a:pt x="6283515" y="6278232"/>
                </a:lnTo>
                <a:lnTo>
                  <a:pt x="6290029" y="6323827"/>
                </a:lnTo>
                <a:lnTo>
                  <a:pt x="6309353" y="6323827"/>
                </a:lnTo>
                <a:lnTo>
                  <a:pt x="6307692" y="6260501"/>
                </a:lnTo>
                <a:close/>
                <a:moveTo>
                  <a:pt x="5704634" y="6260501"/>
                </a:moveTo>
                <a:lnTo>
                  <a:pt x="5704634" y="6275771"/>
                </a:lnTo>
                <a:lnTo>
                  <a:pt x="5722573" y="6278461"/>
                </a:lnTo>
                <a:lnTo>
                  <a:pt x="5722573" y="6414167"/>
                </a:lnTo>
                <a:lnTo>
                  <a:pt x="5703959" y="6416410"/>
                </a:lnTo>
                <a:lnTo>
                  <a:pt x="5703959" y="6431469"/>
                </a:lnTo>
                <a:lnTo>
                  <a:pt x="5771775" y="6431469"/>
                </a:lnTo>
                <a:lnTo>
                  <a:pt x="5771775" y="6416392"/>
                </a:lnTo>
                <a:lnTo>
                  <a:pt x="5750694" y="6414149"/>
                </a:lnTo>
                <a:lnTo>
                  <a:pt x="5750694" y="6408699"/>
                </a:lnTo>
                <a:lnTo>
                  <a:pt x="5816570" y="6329249"/>
                </a:lnTo>
                <a:lnTo>
                  <a:pt x="5829097" y="6304093"/>
                </a:lnTo>
                <a:lnTo>
                  <a:pt x="5829097" y="6414156"/>
                </a:lnTo>
                <a:lnTo>
                  <a:pt x="5809362" y="6416399"/>
                </a:lnTo>
                <a:lnTo>
                  <a:pt x="5809362" y="6431469"/>
                </a:lnTo>
                <a:lnTo>
                  <a:pt x="5876502" y="6431469"/>
                </a:lnTo>
                <a:lnTo>
                  <a:pt x="5876502" y="6416410"/>
                </a:lnTo>
                <a:lnTo>
                  <a:pt x="5857439" y="6414167"/>
                </a:lnTo>
                <a:lnTo>
                  <a:pt x="5857439" y="6278457"/>
                </a:lnTo>
                <a:lnTo>
                  <a:pt x="5875381" y="6275768"/>
                </a:lnTo>
                <a:lnTo>
                  <a:pt x="5875381" y="6260501"/>
                </a:lnTo>
                <a:lnTo>
                  <a:pt x="5809137" y="6260501"/>
                </a:lnTo>
                <a:lnTo>
                  <a:pt x="5809137" y="6275796"/>
                </a:lnTo>
                <a:lnTo>
                  <a:pt x="5829097" y="6278486"/>
                </a:lnTo>
                <a:lnTo>
                  <a:pt x="5829097" y="6281843"/>
                </a:lnTo>
                <a:lnTo>
                  <a:pt x="5764817" y="6360407"/>
                </a:lnTo>
                <a:lnTo>
                  <a:pt x="5750694" y="6386757"/>
                </a:lnTo>
                <a:lnTo>
                  <a:pt x="5750694" y="6278500"/>
                </a:lnTo>
                <a:lnTo>
                  <a:pt x="5772671" y="6275811"/>
                </a:lnTo>
                <a:lnTo>
                  <a:pt x="5772671" y="6260501"/>
                </a:lnTo>
                <a:close/>
                <a:moveTo>
                  <a:pt x="5024445" y="6260501"/>
                </a:moveTo>
                <a:lnTo>
                  <a:pt x="5020509" y="6324949"/>
                </a:lnTo>
                <a:lnTo>
                  <a:pt x="5039528" y="6324949"/>
                </a:lnTo>
                <a:lnTo>
                  <a:pt x="5047391" y="6278014"/>
                </a:lnTo>
                <a:lnTo>
                  <a:pt x="5081731" y="6276732"/>
                </a:lnTo>
                <a:lnTo>
                  <a:pt x="5081731" y="6414088"/>
                </a:lnTo>
                <a:lnTo>
                  <a:pt x="5052577" y="6416332"/>
                </a:lnTo>
                <a:lnTo>
                  <a:pt x="5052577" y="6431469"/>
                </a:lnTo>
                <a:lnTo>
                  <a:pt x="5142817" y="6431469"/>
                </a:lnTo>
                <a:lnTo>
                  <a:pt x="5142817" y="6416321"/>
                </a:lnTo>
                <a:lnTo>
                  <a:pt x="5110974" y="6414078"/>
                </a:lnTo>
                <a:lnTo>
                  <a:pt x="5110974" y="6276732"/>
                </a:lnTo>
                <a:lnTo>
                  <a:pt x="5145488" y="6278014"/>
                </a:lnTo>
                <a:lnTo>
                  <a:pt x="5152900" y="6324949"/>
                </a:lnTo>
                <a:lnTo>
                  <a:pt x="5171295" y="6324949"/>
                </a:lnTo>
                <a:lnTo>
                  <a:pt x="5168480" y="6260501"/>
                </a:lnTo>
                <a:close/>
                <a:moveTo>
                  <a:pt x="4514010" y="6260501"/>
                </a:moveTo>
                <a:lnTo>
                  <a:pt x="4514010" y="6275771"/>
                </a:lnTo>
                <a:lnTo>
                  <a:pt x="4531947" y="6278461"/>
                </a:lnTo>
                <a:lnTo>
                  <a:pt x="4531947" y="6414167"/>
                </a:lnTo>
                <a:lnTo>
                  <a:pt x="4513334" y="6416410"/>
                </a:lnTo>
                <a:lnTo>
                  <a:pt x="4513334" y="6431469"/>
                </a:lnTo>
                <a:lnTo>
                  <a:pt x="4581151" y="6431469"/>
                </a:lnTo>
                <a:lnTo>
                  <a:pt x="4581151" y="6416392"/>
                </a:lnTo>
                <a:lnTo>
                  <a:pt x="4560069" y="6414149"/>
                </a:lnTo>
                <a:lnTo>
                  <a:pt x="4560069" y="6408699"/>
                </a:lnTo>
                <a:lnTo>
                  <a:pt x="4625945" y="6329249"/>
                </a:lnTo>
                <a:lnTo>
                  <a:pt x="4638471" y="6304093"/>
                </a:lnTo>
                <a:lnTo>
                  <a:pt x="4638471" y="6414156"/>
                </a:lnTo>
                <a:lnTo>
                  <a:pt x="4618737" y="6416399"/>
                </a:lnTo>
                <a:lnTo>
                  <a:pt x="4618737" y="6431469"/>
                </a:lnTo>
                <a:lnTo>
                  <a:pt x="4685877" y="6431469"/>
                </a:lnTo>
                <a:lnTo>
                  <a:pt x="4685877" y="6416410"/>
                </a:lnTo>
                <a:lnTo>
                  <a:pt x="4666814" y="6414167"/>
                </a:lnTo>
                <a:lnTo>
                  <a:pt x="4666814" y="6278457"/>
                </a:lnTo>
                <a:lnTo>
                  <a:pt x="4684755" y="6275768"/>
                </a:lnTo>
                <a:lnTo>
                  <a:pt x="4684755" y="6260501"/>
                </a:lnTo>
                <a:lnTo>
                  <a:pt x="4618512" y="6260501"/>
                </a:lnTo>
                <a:lnTo>
                  <a:pt x="4618512" y="6275796"/>
                </a:lnTo>
                <a:lnTo>
                  <a:pt x="4638471" y="6278486"/>
                </a:lnTo>
                <a:lnTo>
                  <a:pt x="4638471" y="6281843"/>
                </a:lnTo>
                <a:lnTo>
                  <a:pt x="4574193" y="6360407"/>
                </a:lnTo>
                <a:lnTo>
                  <a:pt x="4560069" y="6386757"/>
                </a:lnTo>
                <a:lnTo>
                  <a:pt x="4560069" y="6278500"/>
                </a:lnTo>
                <a:lnTo>
                  <a:pt x="4582047" y="6275811"/>
                </a:lnTo>
                <a:lnTo>
                  <a:pt x="4582047" y="6260501"/>
                </a:lnTo>
                <a:close/>
                <a:moveTo>
                  <a:pt x="3604423" y="6260501"/>
                </a:moveTo>
                <a:lnTo>
                  <a:pt x="3604423" y="6275578"/>
                </a:lnTo>
                <a:lnTo>
                  <a:pt x="3628419" y="6278718"/>
                </a:lnTo>
                <a:lnTo>
                  <a:pt x="3628419" y="6413906"/>
                </a:lnTo>
                <a:lnTo>
                  <a:pt x="3603752" y="6416374"/>
                </a:lnTo>
                <a:lnTo>
                  <a:pt x="3603752" y="6431469"/>
                </a:lnTo>
                <a:lnTo>
                  <a:pt x="3696231" y="6431469"/>
                </a:lnTo>
                <a:lnTo>
                  <a:pt x="3696231" y="6416307"/>
                </a:lnTo>
                <a:lnTo>
                  <a:pt x="3657212" y="6413838"/>
                </a:lnTo>
                <a:lnTo>
                  <a:pt x="3657212" y="6276507"/>
                </a:lnTo>
                <a:lnTo>
                  <a:pt x="3702239" y="6278232"/>
                </a:lnTo>
                <a:lnTo>
                  <a:pt x="3708754" y="6323827"/>
                </a:lnTo>
                <a:lnTo>
                  <a:pt x="3728078" y="6323827"/>
                </a:lnTo>
                <a:lnTo>
                  <a:pt x="3726417" y="6260501"/>
                </a:lnTo>
                <a:close/>
                <a:moveTo>
                  <a:pt x="3246734" y="6260501"/>
                </a:moveTo>
                <a:lnTo>
                  <a:pt x="3246734" y="6275775"/>
                </a:lnTo>
                <a:lnTo>
                  <a:pt x="3264901" y="6278464"/>
                </a:lnTo>
                <a:lnTo>
                  <a:pt x="3264901" y="6413949"/>
                </a:lnTo>
                <a:lnTo>
                  <a:pt x="3246734" y="6416192"/>
                </a:lnTo>
                <a:lnTo>
                  <a:pt x="3246734" y="6431469"/>
                </a:lnTo>
                <a:lnTo>
                  <a:pt x="3312754" y="6431469"/>
                </a:lnTo>
                <a:lnTo>
                  <a:pt x="3312754" y="6416660"/>
                </a:lnTo>
                <a:lnTo>
                  <a:pt x="3292794" y="6413971"/>
                </a:lnTo>
                <a:lnTo>
                  <a:pt x="3292794" y="6354102"/>
                </a:lnTo>
                <a:lnTo>
                  <a:pt x="3304860" y="6354102"/>
                </a:lnTo>
                <a:cubicBezTo>
                  <a:pt x="3308705" y="6354102"/>
                  <a:pt x="3313042" y="6357439"/>
                  <a:pt x="3317869" y="6364111"/>
                </a:cubicBezTo>
                <a:cubicBezTo>
                  <a:pt x="3322695" y="6370783"/>
                  <a:pt x="3328905" y="6380895"/>
                  <a:pt x="3336499" y="6394447"/>
                </a:cubicBezTo>
                <a:cubicBezTo>
                  <a:pt x="3343250" y="6406598"/>
                  <a:pt x="3348886" y="6415807"/>
                  <a:pt x="3353407" y="6422072"/>
                </a:cubicBezTo>
                <a:cubicBezTo>
                  <a:pt x="3357928" y="6428337"/>
                  <a:pt x="3362302" y="6431469"/>
                  <a:pt x="3366532" y="6431469"/>
                </a:cubicBezTo>
                <a:lnTo>
                  <a:pt x="3396625" y="6431469"/>
                </a:lnTo>
                <a:lnTo>
                  <a:pt x="3396625" y="6416721"/>
                </a:lnTo>
                <a:lnTo>
                  <a:pt x="3386888" y="6413903"/>
                </a:lnTo>
                <a:cubicBezTo>
                  <a:pt x="3384880" y="6413365"/>
                  <a:pt x="3382402" y="6411095"/>
                  <a:pt x="3379453" y="6407093"/>
                </a:cubicBezTo>
                <a:cubicBezTo>
                  <a:pt x="3376504" y="6403091"/>
                  <a:pt x="3372286" y="6396626"/>
                  <a:pt x="3366800" y="6387696"/>
                </a:cubicBezTo>
                <a:cubicBezTo>
                  <a:pt x="3358110" y="6374025"/>
                  <a:pt x="3350723" y="6363271"/>
                  <a:pt x="3344636" y="6355435"/>
                </a:cubicBezTo>
                <a:cubicBezTo>
                  <a:pt x="3338550" y="6347598"/>
                  <a:pt x="3332781" y="6342811"/>
                  <a:pt x="3327330" y="6341072"/>
                </a:cubicBezTo>
                <a:lnTo>
                  <a:pt x="3374972" y="6278607"/>
                </a:lnTo>
                <a:lnTo>
                  <a:pt x="3393710" y="6275764"/>
                </a:lnTo>
                <a:lnTo>
                  <a:pt x="3393710" y="6260501"/>
                </a:lnTo>
                <a:lnTo>
                  <a:pt x="3333970" y="6260501"/>
                </a:lnTo>
                <a:lnTo>
                  <a:pt x="3333970" y="6275786"/>
                </a:lnTo>
                <a:lnTo>
                  <a:pt x="3352809" y="6278236"/>
                </a:lnTo>
                <a:lnTo>
                  <a:pt x="3308535" y="6338993"/>
                </a:lnTo>
                <a:lnTo>
                  <a:pt x="3292794" y="6338993"/>
                </a:lnTo>
                <a:lnTo>
                  <a:pt x="3292794" y="6278468"/>
                </a:lnTo>
                <a:lnTo>
                  <a:pt x="3311407" y="6275778"/>
                </a:lnTo>
                <a:lnTo>
                  <a:pt x="3311407" y="6260501"/>
                </a:lnTo>
                <a:close/>
                <a:moveTo>
                  <a:pt x="2942385" y="6260501"/>
                </a:moveTo>
                <a:lnTo>
                  <a:pt x="2942385" y="6275771"/>
                </a:lnTo>
                <a:lnTo>
                  <a:pt x="2960323" y="6278461"/>
                </a:lnTo>
                <a:lnTo>
                  <a:pt x="2960323" y="6414167"/>
                </a:lnTo>
                <a:lnTo>
                  <a:pt x="2941709" y="6416410"/>
                </a:lnTo>
                <a:lnTo>
                  <a:pt x="2941709" y="6431469"/>
                </a:lnTo>
                <a:lnTo>
                  <a:pt x="3009525" y="6431469"/>
                </a:lnTo>
                <a:lnTo>
                  <a:pt x="3009525" y="6416392"/>
                </a:lnTo>
                <a:lnTo>
                  <a:pt x="2988444" y="6414149"/>
                </a:lnTo>
                <a:lnTo>
                  <a:pt x="2988444" y="6408699"/>
                </a:lnTo>
                <a:lnTo>
                  <a:pt x="3054320" y="6329249"/>
                </a:lnTo>
                <a:lnTo>
                  <a:pt x="3066847" y="6304093"/>
                </a:lnTo>
                <a:lnTo>
                  <a:pt x="3066847" y="6414156"/>
                </a:lnTo>
                <a:lnTo>
                  <a:pt x="3047112" y="6416399"/>
                </a:lnTo>
                <a:lnTo>
                  <a:pt x="3047112" y="6431469"/>
                </a:lnTo>
                <a:lnTo>
                  <a:pt x="3114253" y="6431469"/>
                </a:lnTo>
                <a:lnTo>
                  <a:pt x="3114253" y="6416410"/>
                </a:lnTo>
                <a:lnTo>
                  <a:pt x="3095189" y="6414167"/>
                </a:lnTo>
                <a:lnTo>
                  <a:pt x="3095189" y="6278457"/>
                </a:lnTo>
                <a:lnTo>
                  <a:pt x="3113131" y="6275768"/>
                </a:lnTo>
                <a:lnTo>
                  <a:pt x="3113131" y="6260501"/>
                </a:lnTo>
                <a:lnTo>
                  <a:pt x="3046887" y="6260501"/>
                </a:lnTo>
                <a:lnTo>
                  <a:pt x="3046887" y="6275796"/>
                </a:lnTo>
                <a:lnTo>
                  <a:pt x="3066847" y="6278486"/>
                </a:lnTo>
                <a:lnTo>
                  <a:pt x="3066847" y="6281843"/>
                </a:lnTo>
                <a:lnTo>
                  <a:pt x="3002567" y="6360407"/>
                </a:lnTo>
                <a:lnTo>
                  <a:pt x="2988444" y="6386757"/>
                </a:lnTo>
                <a:lnTo>
                  <a:pt x="2988444" y="6278500"/>
                </a:lnTo>
                <a:lnTo>
                  <a:pt x="3010422" y="6275811"/>
                </a:lnTo>
                <a:lnTo>
                  <a:pt x="3010422" y="6260501"/>
                </a:lnTo>
                <a:close/>
                <a:moveTo>
                  <a:pt x="1922760" y="6260501"/>
                </a:moveTo>
                <a:lnTo>
                  <a:pt x="1922760" y="6275775"/>
                </a:lnTo>
                <a:lnTo>
                  <a:pt x="1940926" y="6278464"/>
                </a:lnTo>
                <a:lnTo>
                  <a:pt x="1940926" y="6413949"/>
                </a:lnTo>
                <a:lnTo>
                  <a:pt x="1922760" y="6416192"/>
                </a:lnTo>
                <a:lnTo>
                  <a:pt x="1922760" y="6431469"/>
                </a:lnTo>
                <a:lnTo>
                  <a:pt x="1988779" y="6431469"/>
                </a:lnTo>
                <a:lnTo>
                  <a:pt x="1988779" y="6416660"/>
                </a:lnTo>
                <a:lnTo>
                  <a:pt x="1968819" y="6413971"/>
                </a:lnTo>
                <a:lnTo>
                  <a:pt x="1968819" y="6354102"/>
                </a:lnTo>
                <a:lnTo>
                  <a:pt x="1980885" y="6354102"/>
                </a:lnTo>
                <a:cubicBezTo>
                  <a:pt x="1984730" y="6354102"/>
                  <a:pt x="1989067" y="6357439"/>
                  <a:pt x="1993894" y="6364111"/>
                </a:cubicBezTo>
                <a:cubicBezTo>
                  <a:pt x="1998720" y="6370783"/>
                  <a:pt x="2004931" y="6380895"/>
                  <a:pt x="2012524" y="6394447"/>
                </a:cubicBezTo>
                <a:cubicBezTo>
                  <a:pt x="2019275" y="6406598"/>
                  <a:pt x="2024911" y="6415807"/>
                  <a:pt x="2029432" y="6422072"/>
                </a:cubicBezTo>
                <a:cubicBezTo>
                  <a:pt x="2033953" y="6428337"/>
                  <a:pt x="2038328" y="6431469"/>
                  <a:pt x="2042557" y="6431469"/>
                </a:cubicBezTo>
                <a:lnTo>
                  <a:pt x="2072650" y="6431469"/>
                </a:lnTo>
                <a:lnTo>
                  <a:pt x="2072650" y="6416721"/>
                </a:lnTo>
                <a:lnTo>
                  <a:pt x="2062913" y="6413903"/>
                </a:lnTo>
                <a:cubicBezTo>
                  <a:pt x="2060905" y="6413365"/>
                  <a:pt x="2058427" y="6411095"/>
                  <a:pt x="2055478" y="6407093"/>
                </a:cubicBezTo>
                <a:cubicBezTo>
                  <a:pt x="2052529" y="6403091"/>
                  <a:pt x="2048311" y="6396626"/>
                  <a:pt x="2042825" y="6387696"/>
                </a:cubicBezTo>
                <a:cubicBezTo>
                  <a:pt x="2034135" y="6374025"/>
                  <a:pt x="2026748" y="6363271"/>
                  <a:pt x="2020661" y="6355435"/>
                </a:cubicBezTo>
                <a:cubicBezTo>
                  <a:pt x="2014575" y="6347598"/>
                  <a:pt x="2008806" y="6342811"/>
                  <a:pt x="2003355" y="6341072"/>
                </a:cubicBezTo>
                <a:lnTo>
                  <a:pt x="2050997" y="6278607"/>
                </a:lnTo>
                <a:lnTo>
                  <a:pt x="2069735" y="6275764"/>
                </a:lnTo>
                <a:lnTo>
                  <a:pt x="2069735" y="6260501"/>
                </a:lnTo>
                <a:lnTo>
                  <a:pt x="2009996" y="6260501"/>
                </a:lnTo>
                <a:lnTo>
                  <a:pt x="2009996" y="6275786"/>
                </a:lnTo>
                <a:lnTo>
                  <a:pt x="2028834" y="6278236"/>
                </a:lnTo>
                <a:lnTo>
                  <a:pt x="1984560" y="6338993"/>
                </a:lnTo>
                <a:lnTo>
                  <a:pt x="1968819" y="6338993"/>
                </a:lnTo>
                <a:lnTo>
                  <a:pt x="1968819" y="6278468"/>
                </a:lnTo>
                <a:lnTo>
                  <a:pt x="1987432" y="6275778"/>
                </a:lnTo>
                <a:lnTo>
                  <a:pt x="1987432" y="6260501"/>
                </a:lnTo>
                <a:close/>
                <a:moveTo>
                  <a:pt x="4783266" y="6258708"/>
                </a:moveTo>
                <a:cubicBezTo>
                  <a:pt x="4767563" y="6258708"/>
                  <a:pt x="4753398" y="6262367"/>
                  <a:pt x="4740770" y="6269683"/>
                </a:cubicBezTo>
                <a:cubicBezTo>
                  <a:pt x="4728140" y="6276999"/>
                  <a:pt x="4718230" y="6287238"/>
                  <a:pt x="4711038" y="6300398"/>
                </a:cubicBezTo>
                <a:cubicBezTo>
                  <a:pt x="4703845" y="6313557"/>
                  <a:pt x="4700248" y="6328678"/>
                  <a:pt x="4700248" y="6345759"/>
                </a:cubicBezTo>
                <a:cubicBezTo>
                  <a:pt x="4700248" y="6363489"/>
                  <a:pt x="4703318" y="6378953"/>
                  <a:pt x="4709457" y="6392150"/>
                </a:cubicBezTo>
                <a:cubicBezTo>
                  <a:pt x="4715596" y="6405347"/>
                  <a:pt x="4724644" y="6415611"/>
                  <a:pt x="4736604" y="6422941"/>
                </a:cubicBezTo>
                <a:cubicBezTo>
                  <a:pt x="4748564" y="6430272"/>
                  <a:pt x="4762997" y="6433937"/>
                  <a:pt x="4779901" y="6433937"/>
                </a:cubicBezTo>
                <a:cubicBezTo>
                  <a:pt x="4787538" y="6433937"/>
                  <a:pt x="4793935" y="6433437"/>
                  <a:pt x="4799091" y="6432435"/>
                </a:cubicBezTo>
                <a:cubicBezTo>
                  <a:pt x="4804248" y="6431434"/>
                  <a:pt x="4809814" y="6430021"/>
                  <a:pt x="4815788" y="6428197"/>
                </a:cubicBezTo>
                <a:cubicBezTo>
                  <a:pt x="4821212" y="6426478"/>
                  <a:pt x="4825970" y="6425521"/>
                  <a:pt x="4830061" y="6425326"/>
                </a:cubicBezTo>
                <a:lnTo>
                  <a:pt x="4835787" y="6389557"/>
                </a:lnTo>
                <a:lnTo>
                  <a:pt x="4817884" y="6387203"/>
                </a:lnTo>
                <a:lnTo>
                  <a:pt x="4807994" y="6410313"/>
                </a:lnTo>
                <a:cubicBezTo>
                  <a:pt x="4805520" y="6412416"/>
                  <a:pt x="4802281" y="6414099"/>
                  <a:pt x="4798278" y="6415364"/>
                </a:cubicBezTo>
                <a:cubicBezTo>
                  <a:pt x="4794276" y="6416628"/>
                  <a:pt x="4788449" y="6417260"/>
                  <a:pt x="4780797" y="6417260"/>
                </a:cubicBezTo>
                <a:cubicBezTo>
                  <a:pt x="4770180" y="6417260"/>
                  <a:pt x="4761242" y="6414023"/>
                  <a:pt x="4753986" y="6407548"/>
                </a:cubicBezTo>
                <a:cubicBezTo>
                  <a:pt x="4746728" y="6401074"/>
                  <a:pt x="4741281" y="6392230"/>
                  <a:pt x="4737640" y="6381018"/>
                </a:cubicBezTo>
                <a:cubicBezTo>
                  <a:pt x="4734001" y="6369806"/>
                  <a:pt x="4732180" y="6357231"/>
                  <a:pt x="4732180" y="6343294"/>
                </a:cubicBezTo>
                <a:cubicBezTo>
                  <a:pt x="4732180" y="6328766"/>
                  <a:pt x="4734240" y="6316369"/>
                  <a:pt x="4738361" y="6306104"/>
                </a:cubicBezTo>
                <a:cubicBezTo>
                  <a:pt x="4742480" y="6295838"/>
                  <a:pt x="4748089" y="6288115"/>
                  <a:pt x="4755189" y="6282935"/>
                </a:cubicBezTo>
                <a:cubicBezTo>
                  <a:pt x="4762289" y="6277754"/>
                  <a:pt x="4770377" y="6275164"/>
                  <a:pt x="4779455" y="6275164"/>
                </a:cubicBezTo>
                <a:cubicBezTo>
                  <a:pt x="4786648" y="6275164"/>
                  <a:pt x="4792718" y="6275774"/>
                  <a:pt x="4797664" y="6276993"/>
                </a:cubicBezTo>
                <a:cubicBezTo>
                  <a:pt x="4802610" y="6278212"/>
                  <a:pt x="4805783" y="6279420"/>
                  <a:pt x="4807183" y="6280618"/>
                </a:cubicBezTo>
                <a:lnTo>
                  <a:pt x="4812994" y="6310147"/>
                </a:lnTo>
                <a:lnTo>
                  <a:pt x="4832044" y="6310147"/>
                </a:lnTo>
                <a:lnTo>
                  <a:pt x="4834441" y="6265859"/>
                </a:lnTo>
                <a:lnTo>
                  <a:pt x="4825503" y="6264220"/>
                </a:lnTo>
                <a:cubicBezTo>
                  <a:pt x="4808972" y="6260546"/>
                  <a:pt x="4794894" y="6258708"/>
                  <a:pt x="4783266" y="6258708"/>
                </a:cubicBezTo>
                <a:close/>
                <a:moveTo>
                  <a:pt x="954216" y="6258708"/>
                </a:moveTo>
                <a:cubicBezTo>
                  <a:pt x="938514" y="6258708"/>
                  <a:pt x="924349" y="6262367"/>
                  <a:pt x="911720" y="6269683"/>
                </a:cubicBezTo>
                <a:cubicBezTo>
                  <a:pt x="899091" y="6276999"/>
                  <a:pt x="889180" y="6287238"/>
                  <a:pt x="881987" y="6300398"/>
                </a:cubicBezTo>
                <a:cubicBezTo>
                  <a:pt x="874795" y="6313557"/>
                  <a:pt x="871198" y="6328678"/>
                  <a:pt x="871198" y="6345759"/>
                </a:cubicBezTo>
                <a:cubicBezTo>
                  <a:pt x="871198" y="6363489"/>
                  <a:pt x="874268" y="6378953"/>
                  <a:pt x="880407" y="6392150"/>
                </a:cubicBezTo>
                <a:cubicBezTo>
                  <a:pt x="886546" y="6405347"/>
                  <a:pt x="895595" y="6415611"/>
                  <a:pt x="907555" y="6422941"/>
                </a:cubicBezTo>
                <a:cubicBezTo>
                  <a:pt x="919515" y="6430272"/>
                  <a:pt x="933947" y="6433937"/>
                  <a:pt x="950851" y="6433937"/>
                </a:cubicBezTo>
                <a:cubicBezTo>
                  <a:pt x="958488" y="6433937"/>
                  <a:pt x="964884" y="6433437"/>
                  <a:pt x="970041" y="6432435"/>
                </a:cubicBezTo>
                <a:cubicBezTo>
                  <a:pt x="975198" y="6431434"/>
                  <a:pt x="980763" y="6430021"/>
                  <a:pt x="986738" y="6428197"/>
                </a:cubicBezTo>
                <a:cubicBezTo>
                  <a:pt x="992162" y="6426478"/>
                  <a:pt x="996920" y="6425521"/>
                  <a:pt x="1001011" y="6425326"/>
                </a:cubicBezTo>
                <a:lnTo>
                  <a:pt x="1006737" y="6389557"/>
                </a:lnTo>
                <a:lnTo>
                  <a:pt x="988835" y="6387203"/>
                </a:lnTo>
                <a:lnTo>
                  <a:pt x="978944" y="6410313"/>
                </a:lnTo>
                <a:cubicBezTo>
                  <a:pt x="976470" y="6412416"/>
                  <a:pt x="973231" y="6414099"/>
                  <a:pt x="969229" y="6415364"/>
                </a:cubicBezTo>
                <a:cubicBezTo>
                  <a:pt x="965226" y="6416628"/>
                  <a:pt x="959399" y="6417260"/>
                  <a:pt x="951748" y="6417260"/>
                </a:cubicBezTo>
                <a:cubicBezTo>
                  <a:pt x="941130" y="6417260"/>
                  <a:pt x="932192" y="6414023"/>
                  <a:pt x="924935" y="6407548"/>
                </a:cubicBezTo>
                <a:cubicBezTo>
                  <a:pt x="917679" y="6401074"/>
                  <a:pt x="912230" y="6392230"/>
                  <a:pt x="908591" y="6381018"/>
                </a:cubicBezTo>
                <a:cubicBezTo>
                  <a:pt x="904951" y="6369806"/>
                  <a:pt x="903131" y="6357231"/>
                  <a:pt x="903131" y="6343294"/>
                </a:cubicBezTo>
                <a:cubicBezTo>
                  <a:pt x="903131" y="6328766"/>
                  <a:pt x="905191" y="6316369"/>
                  <a:pt x="909310" y="6306104"/>
                </a:cubicBezTo>
                <a:cubicBezTo>
                  <a:pt x="913430" y="6295838"/>
                  <a:pt x="919039" y="6288115"/>
                  <a:pt x="926139" y="6282935"/>
                </a:cubicBezTo>
                <a:cubicBezTo>
                  <a:pt x="933239" y="6277754"/>
                  <a:pt x="941327" y="6275164"/>
                  <a:pt x="950405" y="6275164"/>
                </a:cubicBezTo>
                <a:cubicBezTo>
                  <a:pt x="957599" y="6275164"/>
                  <a:pt x="963668" y="6275774"/>
                  <a:pt x="968614" y="6276993"/>
                </a:cubicBezTo>
                <a:cubicBezTo>
                  <a:pt x="973560" y="6278212"/>
                  <a:pt x="976733" y="6279420"/>
                  <a:pt x="978133" y="6280618"/>
                </a:cubicBezTo>
                <a:lnTo>
                  <a:pt x="983945" y="6310147"/>
                </a:lnTo>
                <a:lnTo>
                  <a:pt x="1002993" y="6310147"/>
                </a:lnTo>
                <a:lnTo>
                  <a:pt x="1005390" y="6265859"/>
                </a:lnTo>
                <a:lnTo>
                  <a:pt x="996453" y="6264220"/>
                </a:lnTo>
                <a:cubicBezTo>
                  <a:pt x="979923" y="6260546"/>
                  <a:pt x="965843" y="6258708"/>
                  <a:pt x="954216" y="6258708"/>
                </a:cubicBezTo>
                <a:close/>
                <a:moveTo>
                  <a:pt x="7130183" y="6250632"/>
                </a:moveTo>
                <a:cubicBezTo>
                  <a:pt x="7113707" y="6253261"/>
                  <a:pt x="7098198" y="6259792"/>
                  <a:pt x="7083656" y="6270224"/>
                </a:cubicBezTo>
                <a:cubicBezTo>
                  <a:pt x="7069114" y="6280656"/>
                  <a:pt x="7057201" y="6293977"/>
                  <a:pt x="7047918" y="6310186"/>
                </a:cubicBezTo>
                <a:cubicBezTo>
                  <a:pt x="7038634" y="6326395"/>
                  <a:pt x="7033992" y="6344085"/>
                  <a:pt x="7033992" y="6363254"/>
                </a:cubicBezTo>
                <a:cubicBezTo>
                  <a:pt x="7033992" y="6376308"/>
                  <a:pt x="7036346" y="6388198"/>
                  <a:pt x="7041052" y="6398926"/>
                </a:cubicBezTo>
                <a:cubicBezTo>
                  <a:pt x="7045758" y="6409653"/>
                  <a:pt x="7052667" y="6418171"/>
                  <a:pt x="7061776" y="6424477"/>
                </a:cubicBezTo>
                <a:cubicBezTo>
                  <a:pt x="7070886" y="6430784"/>
                  <a:pt x="7081747" y="6433937"/>
                  <a:pt x="7094361" y="6433937"/>
                </a:cubicBezTo>
                <a:cubicBezTo>
                  <a:pt x="7106615" y="6433937"/>
                  <a:pt x="7117300" y="6430976"/>
                  <a:pt x="7126416" y="6425052"/>
                </a:cubicBezTo>
                <a:cubicBezTo>
                  <a:pt x="7135534" y="6419129"/>
                  <a:pt x="7142456" y="6411323"/>
                  <a:pt x="7147185" y="6401633"/>
                </a:cubicBezTo>
                <a:cubicBezTo>
                  <a:pt x="7151914" y="6391944"/>
                  <a:pt x="7154278" y="6381468"/>
                  <a:pt x="7154278" y="6370204"/>
                </a:cubicBezTo>
                <a:cubicBezTo>
                  <a:pt x="7154278" y="6353581"/>
                  <a:pt x="7149927" y="6340485"/>
                  <a:pt x="7141222" y="6330917"/>
                </a:cubicBezTo>
                <a:cubicBezTo>
                  <a:pt x="7132517" y="6321350"/>
                  <a:pt x="7120037" y="6316566"/>
                  <a:pt x="7103780" y="6316566"/>
                </a:cubicBezTo>
                <a:cubicBezTo>
                  <a:pt x="7094719" y="6316566"/>
                  <a:pt x="7086753" y="6318167"/>
                  <a:pt x="7079880" y="6321370"/>
                </a:cubicBezTo>
                <a:cubicBezTo>
                  <a:pt x="7073008" y="6324573"/>
                  <a:pt x="7068954" y="6328128"/>
                  <a:pt x="7067718" y="6332035"/>
                </a:cubicBezTo>
                <a:cubicBezTo>
                  <a:pt x="7071886" y="6317879"/>
                  <a:pt x="7079810" y="6304485"/>
                  <a:pt x="7091492" y="6291854"/>
                </a:cubicBezTo>
                <a:cubicBezTo>
                  <a:pt x="7103175" y="6279222"/>
                  <a:pt x="7118123" y="6269923"/>
                  <a:pt x="7136338" y="6263955"/>
                </a:cubicBezTo>
                <a:close/>
                <a:moveTo>
                  <a:pt x="5104704" y="5521774"/>
                </a:moveTo>
                <a:cubicBezTo>
                  <a:pt x="5108279" y="5522771"/>
                  <a:pt x="5114201" y="5523269"/>
                  <a:pt x="5122473" y="5523269"/>
                </a:cubicBezTo>
                <a:lnTo>
                  <a:pt x="5157758" y="5523269"/>
                </a:lnTo>
                <a:cubicBezTo>
                  <a:pt x="5170735" y="5523269"/>
                  <a:pt x="5179301" y="5525044"/>
                  <a:pt x="5183459" y="5528594"/>
                </a:cubicBezTo>
                <a:cubicBezTo>
                  <a:pt x="5187617" y="5532143"/>
                  <a:pt x="5189695" y="5537924"/>
                  <a:pt x="5189695" y="5545934"/>
                </a:cubicBezTo>
                <a:cubicBezTo>
                  <a:pt x="5189695" y="5552824"/>
                  <a:pt x="5187201" y="5558900"/>
                  <a:pt x="5182214" y="5564162"/>
                </a:cubicBezTo>
                <a:cubicBezTo>
                  <a:pt x="5177226" y="5569425"/>
                  <a:pt x="5170625" y="5573425"/>
                  <a:pt x="5162413" y="5576162"/>
                </a:cubicBezTo>
                <a:cubicBezTo>
                  <a:pt x="5154201" y="5578898"/>
                  <a:pt x="5145374" y="5580267"/>
                  <a:pt x="5135932" y="5580267"/>
                </a:cubicBezTo>
                <a:cubicBezTo>
                  <a:pt x="5120551" y="5580267"/>
                  <a:pt x="5109789" y="5577647"/>
                  <a:pt x="5103644" y="5572406"/>
                </a:cubicBezTo>
                <a:cubicBezTo>
                  <a:pt x="5097499" y="5567166"/>
                  <a:pt x="5094426" y="5559339"/>
                  <a:pt x="5094426" y="5548925"/>
                </a:cubicBezTo>
                <a:cubicBezTo>
                  <a:pt x="5094426" y="5538565"/>
                  <a:pt x="5097852" y="5529515"/>
                  <a:pt x="5104704" y="5521774"/>
                </a:cubicBezTo>
                <a:close/>
                <a:moveTo>
                  <a:pt x="5338976" y="5438049"/>
                </a:moveTo>
                <a:lnTo>
                  <a:pt x="5338976" y="5485188"/>
                </a:lnTo>
                <a:cubicBezTo>
                  <a:pt x="5334226" y="5488919"/>
                  <a:pt x="5328646" y="5492292"/>
                  <a:pt x="5322236" y="5495309"/>
                </a:cubicBezTo>
                <a:cubicBezTo>
                  <a:pt x="5315826" y="5498325"/>
                  <a:pt x="5310262" y="5499833"/>
                  <a:pt x="5305543" y="5499833"/>
                </a:cubicBezTo>
                <a:cubicBezTo>
                  <a:pt x="5297434" y="5499833"/>
                  <a:pt x="5291031" y="5497572"/>
                  <a:pt x="5286334" y="5493051"/>
                </a:cubicBezTo>
                <a:cubicBezTo>
                  <a:pt x="5281636" y="5488530"/>
                  <a:pt x="5279288" y="5481240"/>
                  <a:pt x="5279288" y="5471182"/>
                </a:cubicBezTo>
                <a:cubicBezTo>
                  <a:pt x="5279288" y="5461571"/>
                  <a:pt x="5284455" y="5453646"/>
                  <a:pt x="5294789" y="5447407"/>
                </a:cubicBezTo>
                <a:cubicBezTo>
                  <a:pt x="5305124" y="5441169"/>
                  <a:pt x="5319853" y="5438049"/>
                  <a:pt x="5338976" y="5438049"/>
                </a:cubicBezTo>
                <a:close/>
                <a:moveTo>
                  <a:pt x="2612445" y="5373165"/>
                </a:moveTo>
                <a:cubicBezTo>
                  <a:pt x="2624380" y="5373165"/>
                  <a:pt x="2634231" y="5378125"/>
                  <a:pt x="2641999" y="5388045"/>
                </a:cubicBezTo>
                <a:cubicBezTo>
                  <a:pt x="2649766" y="5397966"/>
                  <a:pt x="2653651" y="5413319"/>
                  <a:pt x="2653651" y="5434106"/>
                </a:cubicBezTo>
                <a:cubicBezTo>
                  <a:pt x="2653651" y="5458039"/>
                  <a:pt x="2649158" y="5475774"/>
                  <a:pt x="2640174" y="5487312"/>
                </a:cubicBezTo>
                <a:cubicBezTo>
                  <a:pt x="2631191" y="5498850"/>
                  <a:pt x="2619557" y="5504619"/>
                  <a:pt x="2605273" y="5504619"/>
                </a:cubicBezTo>
                <a:cubicBezTo>
                  <a:pt x="2598789" y="5504619"/>
                  <a:pt x="2592992" y="5503768"/>
                  <a:pt x="2587880" y="5502064"/>
                </a:cubicBezTo>
                <a:cubicBezTo>
                  <a:pt x="2582768" y="5500361"/>
                  <a:pt x="2579814" y="5498825"/>
                  <a:pt x="2579017" y="5497457"/>
                </a:cubicBezTo>
                <a:lnTo>
                  <a:pt x="2579017" y="5386605"/>
                </a:lnTo>
                <a:cubicBezTo>
                  <a:pt x="2581820" y="5383642"/>
                  <a:pt x="2586315" y="5380662"/>
                  <a:pt x="2592502" y="5377663"/>
                </a:cubicBezTo>
                <a:cubicBezTo>
                  <a:pt x="2598688" y="5374664"/>
                  <a:pt x="2605336" y="5373165"/>
                  <a:pt x="2612445" y="5373165"/>
                </a:cubicBezTo>
                <a:close/>
                <a:moveTo>
                  <a:pt x="1738793" y="5369279"/>
                </a:moveTo>
                <a:cubicBezTo>
                  <a:pt x="1752499" y="5369279"/>
                  <a:pt x="1762544" y="5375381"/>
                  <a:pt x="1768928" y="5387586"/>
                </a:cubicBezTo>
                <a:cubicBezTo>
                  <a:pt x="1775311" y="5399790"/>
                  <a:pt x="1778503" y="5416692"/>
                  <a:pt x="1778503" y="5438292"/>
                </a:cubicBezTo>
                <a:cubicBezTo>
                  <a:pt x="1778503" y="5460133"/>
                  <a:pt x="1775033" y="5476398"/>
                  <a:pt x="1768094" y="5487089"/>
                </a:cubicBezTo>
                <a:cubicBezTo>
                  <a:pt x="1761155" y="5497779"/>
                  <a:pt x="1751388" y="5503124"/>
                  <a:pt x="1738793" y="5503124"/>
                </a:cubicBezTo>
                <a:cubicBezTo>
                  <a:pt x="1725296" y="5503124"/>
                  <a:pt x="1715254" y="5497006"/>
                  <a:pt x="1708665" y="5484772"/>
                </a:cubicBezTo>
                <a:cubicBezTo>
                  <a:pt x="1702077" y="5472537"/>
                  <a:pt x="1698783" y="5455548"/>
                  <a:pt x="1698783" y="5433806"/>
                </a:cubicBezTo>
                <a:cubicBezTo>
                  <a:pt x="1698783" y="5412092"/>
                  <a:pt x="1702288" y="5395909"/>
                  <a:pt x="1709296" y="5385257"/>
                </a:cubicBezTo>
                <a:cubicBezTo>
                  <a:pt x="1716305" y="5374605"/>
                  <a:pt x="1726137" y="5369279"/>
                  <a:pt x="1738793" y="5369279"/>
                </a:cubicBezTo>
                <a:close/>
                <a:moveTo>
                  <a:pt x="5781236" y="5368979"/>
                </a:moveTo>
                <a:cubicBezTo>
                  <a:pt x="5791523" y="5368979"/>
                  <a:pt x="5799072" y="5372381"/>
                  <a:pt x="5803882" y="5379187"/>
                </a:cubicBezTo>
                <a:cubicBezTo>
                  <a:pt x="5808692" y="5385993"/>
                  <a:pt x="5811191" y="5395544"/>
                  <a:pt x="5811378" y="5407841"/>
                </a:cubicBezTo>
                <a:cubicBezTo>
                  <a:pt x="5811378" y="5411927"/>
                  <a:pt x="5811192" y="5415281"/>
                  <a:pt x="5810821" y="5417904"/>
                </a:cubicBezTo>
                <a:lnTo>
                  <a:pt x="5744817" y="5417904"/>
                </a:lnTo>
                <a:cubicBezTo>
                  <a:pt x="5745747" y="5400803"/>
                  <a:pt x="5749399" y="5388374"/>
                  <a:pt x="5755771" y="5380616"/>
                </a:cubicBezTo>
                <a:cubicBezTo>
                  <a:pt x="5762144" y="5372858"/>
                  <a:pt x="5770632" y="5368979"/>
                  <a:pt x="5781236" y="5368979"/>
                </a:cubicBezTo>
                <a:close/>
                <a:moveTo>
                  <a:pt x="4276285" y="5368979"/>
                </a:moveTo>
                <a:cubicBezTo>
                  <a:pt x="4286573" y="5368979"/>
                  <a:pt x="4294122" y="5372381"/>
                  <a:pt x="4298931" y="5379187"/>
                </a:cubicBezTo>
                <a:cubicBezTo>
                  <a:pt x="4303741" y="5385993"/>
                  <a:pt x="4306240" y="5395544"/>
                  <a:pt x="4306428" y="5407841"/>
                </a:cubicBezTo>
                <a:cubicBezTo>
                  <a:pt x="4306428" y="5411927"/>
                  <a:pt x="4306242" y="5415281"/>
                  <a:pt x="4305871" y="5417904"/>
                </a:cubicBezTo>
                <a:lnTo>
                  <a:pt x="4239867" y="5417904"/>
                </a:lnTo>
                <a:cubicBezTo>
                  <a:pt x="4240798" y="5400803"/>
                  <a:pt x="4244449" y="5388374"/>
                  <a:pt x="4250821" y="5380616"/>
                </a:cubicBezTo>
                <a:cubicBezTo>
                  <a:pt x="4257193" y="5372858"/>
                  <a:pt x="4265681" y="5368979"/>
                  <a:pt x="4276285" y="5368979"/>
                </a:cubicBezTo>
                <a:close/>
                <a:moveTo>
                  <a:pt x="3676211" y="5368979"/>
                </a:moveTo>
                <a:cubicBezTo>
                  <a:pt x="3686498" y="5368979"/>
                  <a:pt x="3694047" y="5372381"/>
                  <a:pt x="3698857" y="5379187"/>
                </a:cubicBezTo>
                <a:cubicBezTo>
                  <a:pt x="3703667" y="5385993"/>
                  <a:pt x="3706165" y="5395544"/>
                  <a:pt x="3706353" y="5407841"/>
                </a:cubicBezTo>
                <a:cubicBezTo>
                  <a:pt x="3706353" y="5411927"/>
                  <a:pt x="3706167" y="5415281"/>
                  <a:pt x="3705796" y="5417904"/>
                </a:cubicBezTo>
                <a:lnTo>
                  <a:pt x="3639792" y="5417904"/>
                </a:lnTo>
                <a:cubicBezTo>
                  <a:pt x="3640723" y="5400803"/>
                  <a:pt x="3644374" y="5388374"/>
                  <a:pt x="3650746" y="5380616"/>
                </a:cubicBezTo>
                <a:cubicBezTo>
                  <a:pt x="3657119" y="5372858"/>
                  <a:pt x="3665607" y="5368979"/>
                  <a:pt x="3676211" y="5368979"/>
                </a:cubicBezTo>
                <a:close/>
                <a:moveTo>
                  <a:pt x="3295211" y="5368979"/>
                </a:moveTo>
                <a:cubicBezTo>
                  <a:pt x="3305498" y="5368979"/>
                  <a:pt x="3313047" y="5372381"/>
                  <a:pt x="3317857" y="5379187"/>
                </a:cubicBezTo>
                <a:cubicBezTo>
                  <a:pt x="3322667" y="5385993"/>
                  <a:pt x="3325166" y="5395544"/>
                  <a:pt x="3325353" y="5407841"/>
                </a:cubicBezTo>
                <a:cubicBezTo>
                  <a:pt x="3325353" y="5411927"/>
                  <a:pt x="3325168" y="5415281"/>
                  <a:pt x="3324796" y="5417904"/>
                </a:cubicBezTo>
                <a:lnTo>
                  <a:pt x="3258793" y="5417904"/>
                </a:lnTo>
                <a:cubicBezTo>
                  <a:pt x="3259723" y="5400803"/>
                  <a:pt x="3263374" y="5388374"/>
                  <a:pt x="3269747" y="5380616"/>
                </a:cubicBezTo>
                <a:cubicBezTo>
                  <a:pt x="3276119" y="5372858"/>
                  <a:pt x="3284607" y="5368979"/>
                  <a:pt x="3295211" y="5368979"/>
                </a:cubicBezTo>
                <a:close/>
                <a:moveTo>
                  <a:pt x="5134136" y="5368083"/>
                </a:moveTo>
                <a:cubicBezTo>
                  <a:pt x="5144998" y="5368083"/>
                  <a:pt x="5153086" y="5370920"/>
                  <a:pt x="5158401" y="5376594"/>
                </a:cubicBezTo>
                <a:cubicBezTo>
                  <a:pt x="5163716" y="5382268"/>
                  <a:pt x="5166373" y="5391372"/>
                  <a:pt x="5166373" y="5403907"/>
                </a:cubicBezTo>
                <a:cubicBezTo>
                  <a:pt x="5166373" y="5428986"/>
                  <a:pt x="5156026" y="5441526"/>
                  <a:pt x="5135332" y="5441526"/>
                </a:cubicBezTo>
                <a:cubicBezTo>
                  <a:pt x="5123965" y="5441526"/>
                  <a:pt x="5115502" y="5438154"/>
                  <a:pt x="5109943" y="5431410"/>
                </a:cubicBezTo>
                <a:cubicBezTo>
                  <a:pt x="5104383" y="5424666"/>
                  <a:pt x="5101604" y="5415299"/>
                  <a:pt x="5101604" y="5403307"/>
                </a:cubicBezTo>
                <a:cubicBezTo>
                  <a:pt x="5101604" y="5390835"/>
                  <a:pt x="5104493" y="5381847"/>
                  <a:pt x="5110271" y="5376341"/>
                </a:cubicBezTo>
                <a:cubicBezTo>
                  <a:pt x="5116050" y="5370836"/>
                  <a:pt x="5124005" y="5368083"/>
                  <a:pt x="5134136" y="5368083"/>
                </a:cubicBezTo>
                <a:close/>
                <a:moveTo>
                  <a:pt x="5926102" y="5350929"/>
                </a:moveTo>
                <a:lnTo>
                  <a:pt x="5926102" y="5370855"/>
                </a:lnTo>
                <a:lnTo>
                  <a:pt x="5948229" y="5375041"/>
                </a:lnTo>
                <a:lnTo>
                  <a:pt x="5948229" y="5499900"/>
                </a:lnTo>
                <a:lnTo>
                  <a:pt x="5925802" y="5502591"/>
                </a:lnTo>
                <a:lnTo>
                  <a:pt x="5925802" y="5522669"/>
                </a:lnTo>
                <a:lnTo>
                  <a:pt x="6004855" y="5522669"/>
                </a:lnTo>
                <a:lnTo>
                  <a:pt x="6004855" y="5502600"/>
                </a:lnTo>
                <a:lnTo>
                  <a:pt x="5985124" y="5500205"/>
                </a:lnTo>
                <a:lnTo>
                  <a:pt x="5985124" y="5497847"/>
                </a:lnTo>
                <a:lnTo>
                  <a:pt x="6050236" y="5430072"/>
                </a:lnTo>
                <a:lnTo>
                  <a:pt x="6064544" y="5403664"/>
                </a:lnTo>
                <a:lnTo>
                  <a:pt x="6064544" y="5499881"/>
                </a:lnTo>
                <a:lnTo>
                  <a:pt x="6040621" y="5502571"/>
                </a:lnTo>
                <a:lnTo>
                  <a:pt x="6040621" y="5522669"/>
                </a:lnTo>
                <a:lnTo>
                  <a:pt x="6124160" y="5522669"/>
                </a:lnTo>
                <a:lnTo>
                  <a:pt x="6124160" y="5502595"/>
                </a:lnTo>
                <a:lnTo>
                  <a:pt x="6101733" y="5499904"/>
                </a:lnTo>
                <a:lnTo>
                  <a:pt x="6101733" y="5375027"/>
                </a:lnTo>
                <a:lnTo>
                  <a:pt x="6123265" y="5370841"/>
                </a:lnTo>
                <a:lnTo>
                  <a:pt x="6123265" y="5350929"/>
                </a:lnTo>
                <a:lnTo>
                  <a:pt x="6042417" y="5350929"/>
                </a:lnTo>
                <a:lnTo>
                  <a:pt x="6042417" y="5370855"/>
                </a:lnTo>
                <a:lnTo>
                  <a:pt x="6064544" y="5375041"/>
                </a:lnTo>
                <a:lnTo>
                  <a:pt x="6064544" y="5376608"/>
                </a:lnTo>
                <a:lnTo>
                  <a:pt x="5997634" y="5447365"/>
                </a:lnTo>
                <a:lnTo>
                  <a:pt x="5985124" y="5469629"/>
                </a:lnTo>
                <a:lnTo>
                  <a:pt x="5985124" y="5375117"/>
                </a:lnTo>
                <a:lnTo>
                  <a:pt x="6009640" y="5370931"/>
                </a:lnTo>
                <a:lnTo>
                  <a:pt x="6009640" y="5350929"/>
                </a:lnTo>
                <a:close/>
                <a:moveTo>
                  <a:pt x="4872927" y="5350929"/>
                </a:moveTo>
                <a:lnTo>
                  <a:pt x="4872927" y="5370060"/>
                </a:lnTo>
                <a:lnTo>
                  <a:pt x="4887429" y="5374155"/>
                </a:lnTo>
                <a:lnTo>
                  <a:pt x="4944431" y="5522669"/>
                </a:lnTo>
                <a:lnTo>
                  <a:pt x="4957843" y="5522669"/>
                </a:lnTo>
                <a:cubicBezTo>
                  <a:pt x="4951296" y="5538605"/>
                  <a:pt x="4944618" y="5549696"/>
                  <a:pt x="4937809" y="5555945"/>
                </a:cubicBezTo>
                <a:cubicBezTo>
                  <a:pt x="4931001" y="5562193"/>
                  <a:pt x="4923247" y="5565317"/>
                  <a:pt x="4914546" y="5565317"/>
                </a:cubicBezTo>
                <a:cubicBezTo>
                  <a:pt x="4911328" y="5565317"/>
                  <a:pt x="4908174" y="5565141"/>
                  <a:pt x="4905089" y="5564789"/>
                </a:cubicBezTo>
                <a:cubicBezTo>
                  <a:pt x="4902003" y="5564436"/>
                  <a:pt x="4898458" y="5563714"/>
                  <a:pt x="4894454" y="5562622"/>
                </a:cubicBezTo>
                <a:lnTo>
                  <a:pt x="4894454" y="5593478"/>
                </a:lnTo>
                <a:cubicBezTo>
                  <a:pt x="4897226" y="5595062"/>
                  <a:pt x="4900356" y="5596066"/>
                  <a:pt x="4903846" y="5596488"/>
                </a:cubicBezTo>
                <a:cubicBezTo>
                  <a:pt x="4907334" y="5596910"/>
                  <a:pt x="4910902" y="5597121"/>
                  <a:pt x="4914546" y="5597121"/>
                </a:cubicBezTo>
                <a:cubicBezTo>
                  <a:pt x="4926348" y="5597121"/>
                  <a:pt x="4936248" y="5594437"/>
                  <a:pt x="4944247" y="5589068"/>
                </a:cubicBezTo>
                <a:cubicBezTo>
                  <a:pt x="4952248" y="5583699"/>
                  <a:pt x="4959122" y="5576035"/>
                  <a:pt x="4964872" y="5566075"/>
                </a:cubicBezTo>
                <a:cubicBezTo>
                  <a:pt x="4970622" y="5556115"/>
                  <a:pt x="4976931" y="5542454"/>
                  <a:pt x="4983799" y="5525093"/>
                </a:cubicBezTo>
                <a:cubicBezTo>
                  <a:pt x="4988907" y="5513101"/>
                  <a:pt x="5005965" y="5462709"/>
                  <a:pt x="5034971" y="5373917"/>
                </a:cubicBezTo>
                <a:lnTo>
                  <a:pt x="5050655" y="5370155"/>
                </a:lnTo>
                <a:lnTo>
                  <a:pt x="5050655" y="5350929"/>
                </a:lnTo>
                <a:lnTo>
                  <a:pt x="4984455" y="5350929"/>
                </a:lnTo>
                <a:lnTo>
                  <a:pt x="4984455" y="5370284"/>
                </a:lnTo>
                <a:lnTo>
                  <a:pt x="5004491" y="5373713"/>
                </a:lnTo>
                <a:lnTo>
                  <a:pt x="4978398" y="5457047"/>
                </a:lnTo>
                <a:lnTo>
                  <a:pt x="4967949" y="5500128"/>
                </a:lnTo>
                <a:lnTo>
                  <a:pt x="4957362" y="5460652"/>
                </a:lnTo>
                <a:lnTo>
                  <a:pt x="4928058" y="5373813"/>
                </a:lnTo>
                <a:lnTo>
                  <a:pt x="4951084" y="5370364"/>
                </a:lnTo>
                <a:lnTo>
                  <a:pt x="4951084" y="5350929"/>
                </a:lnTo>
                <a:close/>
                <a:moveTo>
                  <a:pt x="4367588" y="5350929"/>
                </a:moveTo>
                <a:lnTo>
                  <a:pt x="4367588" y="5370993"/>
                </a:lnTo>
                <a:lnTo>
                  <a:pt x="4396296" y="5375113"/>
                </a:lnTo>
                <a:lnTo>
                  <a:pt x="4376575" y="5499852"/>
                </a:lnTo>
                <a:lnTo>
                  <a:pt x="4352938" y="5502581"/>
                </a:lnTo>
                <a:lnTo>
                  <a:pt x="4352938" y="5522669"/>
                </a:lnTo>
                <a:lnTo>
                  <a:pt x="4429301" y="5522669"/>
                </a:lnTo>
                <a:lnTo>
                  <a:pt x="4429301" y="5502533"/>
                </a:lnTo>
                <a:lnTo>
                  <a:pt x="4403588" y="5500166"/>
                </a:lnTo>
                <a:lnTo>
                  <a:pt x="4415170" y="5416194"/>
                </a:lnTo>
                <a:lnTo>
                  <a:pt x="4418842" y="5372565"/>
                </a:lnTo>
                <a:lnTo>
                  <a:pt x="4430715" y="5416008"/>
                </a:lnTo>
                <a:lnTo>
                  <a:pt x="4468391" y="5512501"/>
                </a:lnTo>
                <a:lnTo>
                  <a:pt x="4492603" y="5512501"/>
                </a:lnTo>
                <a:lnTo>
                  <a:pt x="4529232" y="5416661"/>
                </a:lnTo>
                <a:lnTo>
                  <a:pt x="4540381" y="5371669"/>
                </a:lnTo>
                <a:lnTo>
                  <a:pt x="4544991" y="5417275"/>
                </a:lnTo>
                <a:lnTo>
                  <a:pt x="4555663" y="5499928"/>
                </a:lnTo>
                <a:lnTo>
                  <a:pt x="4532341" y="5502581"/>
                </a:lnTo>
                <a:lnTo>
                  <a:pt x="4532341" y="5522669"/>
                </a:lnTo>
                <a:lnTo>
                  <a:pt x="4616481" y="5522669"/>
                </a:lnTo>
                <a:lnTo>
                  <a:pt x="4616481" y="5502586"/>
                </a:lnTo>
                <a:lnTo>
                  <a:pt x="4592788" y="5499852"/>
                </a:lnTo>
                <a:lnTo>
                  <a:pt x="4572227" y="5375113"/>
                </a:lnTo>
                <a:lnTo>
                  <a:pt x="4601826" y="5370993"/>
                </a:lnTo>
                <a:lnTo>
                  <a:pt x="4601826" y="5350929"/>
                </a:lnTo>
                <a:lnTo>
                  <a:pt x="4525969" y="5350929"/>
                </a:lnTo>
                <a:lnTo>
                  <a:pt x="4493046" y="5440259"/>
                </a:lnTo>
                <a:lnTo>
                  <a:pt x="4484679" y="5474115"/>
                </a:lnTo>
                <a:lnTo>
                  <a:pt x="4475602" y="5440849"/>
                </a:lnTo>
                <a:lnTo>
                  <a:pt x="4441840" y="5350929"/>
                </a:lnTo>
                <a:close/>
                <a:moveTo>
                  <a:pt x="3983002" y="5350929"/>
                </a:moveTo>
                <a:lnTo>
                  <a:pt x="3983002" y="5370855"/>
                </a:lnTo>
                <a:lnTo>
                  <a:pt x="4005129" y="5375041"/>
                </a:lnTo>
                <a:lnTo>
                  <a:pt x="4005129" y="5499900"/>
                </a:lnTo>
                <a:lnTo>
                  <a:pt x="3982702" y="5502591"/>
                </a:lnTo>
                <a:lnTo>
                  <a:pt x="3982702" y="5522669"/>
                </a:lnTo>
                <a:lnTo>
                  <a:pt x="4061754" y="5522669"/>
                </a:lnTo>
                <a:lnTo>
                  <a:pt x="4061754" y="5502600"/>
                </a:lnTo>
                <a:lnTo>
                  <a:pt x="4042024" y="5500205"/>
                </a:lnTo>
                <a:lnTo>
                  <a:pt x="4042024" y="5497847"/>
                </a:lnTo>
                <a:lnTo>
                  <a:pt x="4107137" y="5430072"/>
                </a:lnTo>
                <a:lnTo>
                  <a:pt x="4121443" y="5403664"/>
                </a:lnTo>
                <a:lnTo>
                  <a:pt x="4121443" y="5499881"/>
                </a:lnTo>
                <a:lnTo>
                  <a:pt x="4097521" y="5502571"/>
                </a:lnTo>
                <a:lnTo>
                  <a:pt x="4097521" y="5522669"/>
                </a:lnTo>
                <a:lnTo>
                  <a:pt x="4181060" y="5522669"/>
                </a:lnTo>
                <a:lnTo>
                  <a:pt x="4181060" y="5502595"/>
                </a:lnTo>
                <a:lnTo>
                  <a:pt x="4158633" y="5499904"/>
                </a:lnTo>
                <a:lnTo>
                  <a:pt x="4158633" y="5375027"/>
                </a:lnTo>
                <a:lnTo>
                  <a:pt x="4180164" y="5370841"/>
                </a:lnTo>
                <a:lnTo>
                  <a:pt x="4180164" y="5350929"/>
                </a:lnTo>
                <a:lnTo>
                  <a:pt x="4099316" y="5350929"/>
                </a:lnTo>
                <a:lnTo>
                  <a:pt x="4099316" y="5370855"/>
                </a:lnTo>
                <a:lnTo>
                  <a:pt x="4121443" y="5375041"/>
                </a:lnTo>
                <a:lnTo>
                  <a:pt x="4121443" y="5376608"/>
                </a:lnTo>
                <a:lnTo>
                  <a:pt x="4054535" y="5447365"/>
                </a:lnTo>
                <a:lnTo>
                  <a:pt x="4042024" y="5469629"/>
                </a:lnTo>
                <a:lnTo>
                  <a:pt x="4042024" y="5375117"/>
                </a:lnTo>
                <a:lnTo>
                  <a:pt x="4066541" y="5370931"/>
                </a:lnTo>
                <a:lnTo>
                  <a:pt x="4066541" y="5350929"/>
                </a:lnTo>
                <a:close/>
                <a:moveTo>
                  <a:pt x="3763927" y="5350929"/>
                </a:moveTo>
                <a:lnTo>
                  <a:pt x="3763927" y="5370860"/>
                </a:lnTo>
                <a:lnTo>
                  <a:pt x="3786354" y="5375046"/>
                </a:lnTo>
                <a:lnTo>
                  <a:pt x="3786354" y="5499895"/>
                </a:lnTo>
                <a:lnTo>
                  <a:pt x="3763627" y="5502586"/>
                </a:lnTo>
                <a:lnTo>
                  <a:pt x="3763627" y="5522669"/>
                </a:lnTo>
                <a:lnTo>
                  <a:pt x="3848962" y="5522669"/>
                </a:lnTo>
                <a:lnTo>
                  <a:pt x="3848962" y="5502562"/>
                </a:lnTo>
                <a:lnTo>
                  <a:pt x="3823244" y="5499871"/>
                </a:lnTo>
                <a:lnTo>
                  <a:pt x="3823244" y="5445226"/>
                </a:lnTo>
                <a:lnTo>
                  <a:pt x="3899677" y="5445226"/>
                </a:lnTo>
                <a:lnTo>
                  <a:pt x="3899677" y="5499866"/>
                </a:lnTo>
                <a:lnTo>
                  <a:pt x="3873960" y="5502557"/>
                </a:lnTo>
                <a:lnTo>
                  <a:pt x="3873960" y="5522669"/>
                </a:lnTo>
                <a:lnTo>
                  <a:pt x="3959594" y="5522669"/>
                </a:lnTo>
                <a:lnTo>
                  <a:pt x="3959594" y="5502591"/>
                </a:lnTo>
                <a:lnTo>
                  <a:pt x="3936573" y="5499900"/>
                </a:lnTo>
                <a:lnTo>
                  <a:pt x="3936573" y="5375032"/>
                </a:lnTo>
                <a:lnTo>
                  <a:pt x="3958399" y="5370845"/>
                </a:lnTo>
                <a:lnTo>
                  <a:pt x="3958399" y="5350929"/>
                </a:lnTo>
                <a:lnTo>
                  <a:pt x="3874560" y="5350929"/>
                </a:lnTo>
                <a:lnTo>
                  <a:pt x="3874560" y="5370950"/>
                </a:lnTo>
                <a:lnTo>
                  <a:pt x="3899677" y="5375137"/>
                </a:lnTo>
                <a:lnTo>
                  <a:pt x="3899677" y="5422090"/>
                </a:lnTo>
                <a:lnTo>
                  <a:pt x="3823244" y="5422090"/>
                </a:lnTo>
                <a:lnTo>
                  <a:pt x="3823244" y="5375122"/>
                </a:lnTo>
                <a:lnTo>
                  <a:pt x="3848062" y="5370936"/>
                </a:lnTo>
                <a:lnTo>
                  <a:pt x="3848062" y="5350929"/>
                </a:lnTo>
                <a:close/>
                <a:moveTo>
                  <a:pt x="3382927" y="5350929"/>
                </a:moveTo>
                <a:lnTo>
                  <a:pt x="3382927" y="5370860"/>
                </a:lnTo>
                <a:lnTo>
                  <a:pt x="3405354" y="5375046"/>
                </a:lnTo>
                <a:lnTo>
                  <a:pt x="3405354" y="5499895"/>
                </a:lnTo>
                <a:lnTo>
                  <a:pt x="3382627" y="5502586"/>
                </a:lnTo>
                <a:lnTo>
                  <a:pt x="3382627" y="5522669"/>
                </a:lnTo>
                <a:lnTo>
                  <a:pt x="3467962" y="5522669"/>
                </a:lnTo>
                <a:lnTo>
                  <a:pt x="3467962" y="5502562"/>
                </a:lnTo>
                <a:lnTo>
                  <a:pt x="3442244" y="5499871"/>
                </a:lnTo>
                <a:lnTo>
                  <a:pt x="3442244" y="5445226"/>
                </a:lnTo>
                <a:lnTo>
                  <a:pt x="3518677" y="5445226"/>
                </a:lnTo>
                <a:lnTo>
                  <a:pt x="3518677" y="5499866"/>
                </a:lnTo>
                <a:lnTo>
                  <a:pt x="3492960" y="5502557"/>
                </a:lnTo>
                <a:lnTo>
                  <a:pt x="3492960" y="5522669"/>
                </a:lnTo>
                <a:lnTo>
                  <a:pt x="3578595" y="5522669"/>
                </a:lnTo>
                <a:lnTo>
                  <a:pt x="3578595" y="5502591"/>
                </a:lnTo>
                <a:lnTo>
                  <a:pt x="3555573" y="5499900"/>
                </a:lnTo>
                <a:lnTo>
                  <a:pt x="3555573" y="5375032"/>
                </a:lnTo>
                <a:lnTo>
                  <a:pt x="3577399" y="5370845"/>
                </a:lnTo>
                <a:lnTo>
                  <a:pt x="3577399" y="5350929"/>
                </a:lnTo>
                <a:lnTo>
                  <a:pt x="3493560" y="5350929"/>
                </a:lnTo>
                <a:lnTo>
                  <a:pt x="3493560" y="5370950"/>
                </a:lnTo>
                <a:lnTo>
                  <a:pt x="3518677" y="5375137"/>
                </a:lnTo>
                <a:lnTo>
                  <a:pt x="3518677" y="5422090"/>
                </a:lnTo>
                <a:lnTo>
                  <a:pt x="3442244" y="5422090"/>
                </a:lnTo>
                <a:lnTo>
                  <a:pt x="3442244" y="5375122"/>
                </a:lnTo>
                <a:lnTo>
                  <a:pt x="3467061" y="5370936"/>
                </a:lnTo>
                <a:lnTo>
                  <a:pt x="3467061" y="5350929"/>
                </a:lnTo>
                <a:close/>
                <a:moveTo>
                  <a:pt x="2957888" y="5350929"/>
                </a:moveTo>
                <a:lnTo>
                  <a:pt x="2957888" y="5370993"/>
                </a:lnTo>
                <a:lnTo>
                  <a:pt x="2986597" y="5375113"/>
                </a:lnTo>
                <a:lnTo>
                  <a:pt x="2966875" y="5499852"/>
                </a:lnTo>
                <a:lnTo>
                  <a:pt x="2943239" y="5502581"/>
                </a:lnTo>
                <a:lnTo>
                  <a:pt x="2943239" y="5522669"/>
                </a:lnTo>
                <a:lnTo>
                  <a:pt x="3019601" y="5522669"/>
                </a:lnTo>
                <a:lnTo>
                  <a:pt x="3019601" y="5502533"/>
                </a:lnTo>
                <a:lnTo>
                  <a:pt x="2993888" y="5500166"/>
                </a:lnTo>
                <a:lnTo>
                  <a:pt x="3005470" y="5416194"/>
                </a:lnTo>
                <a:lnTo>
                  <a:pt x="3009142" y="5372565"/>
                </a:lnTo>
                <a:lnTo>
                  <a:pt x="3021015" y="5416008"/>
                </a:lnTo>
                <a:lnTo>
                  <a:pt x="3058691" y="5512501"/>
                </a:lnTo>
                <a:lnTo>
                  <a:pt x="3082904" y="5512501"/>
                </a:lnTo>
                <a:lnTo>
                  <a:pt x="3119533" y="5416661"/>
                </a:lnTo>
                <a:lnTo>
                  <a:pt x="3130681" y="5371669"/>
                </a:lnTo>
                <a:lnTo>
                  <a:pt x="3135291" y="5417275"/>
                </a:lnTo>
                <a:lnTo>
                  <a:pt x="3145964" y="5499928"/>
                </a:lnTo>
                <a:lnTo>
                  <a:pt x="3122642" y="5502581"/>
                </a:lnTo>
                <a:lnTo>
                  <a:pt x="3122642" y="5522669"/>
                </a:lnTo>
                <a:lnTo>
                  <a:pt x="3206781" y="5522669"/>
                </a:lnTo>
                <a:lnTo>
                  <a:pt x="3206781" y="5502586"/>
                </a:lnTo>
                <a:lnTo>
                  <a:pt x="3183088" y="5499852"/>
                </a:lnTo>
                <a:lnTo>
                  <a:pt x="3162528" y="5375113"/>
                </a:lnTo>
                <a:lnTo>
                  <a:pt x="3192127" y="5370993"/>
                </a:lnTo>
                <a:lnTo>
                  <a:pt x="3192127" y="5350929"/>
                </a:lnTo>
                <a:lnTo>
                  <a:pt x="3116270" y="5350929"/>
                </a:lnTo>
                <a:lnTo>
                  <a:pt x="3083347" y="5440259"/>
                </a:lnTo>
                <a:lnTo>
                  <a:pt x="3074979" y="5474115"/>
                </a:lnTo>
                <a:lnTo>
                  <a:pt x="3065902" y="5440849"/>
                </a:lnTo>
                <a:lnTo>
                  <a:pt x="3032140" y="5350929"/>
                </a:lnTo>
                <a:close/>
                <a:moveTo>
                  <a:pt x="2725702" y="5350929"/>
                </a:moveTo>
                <a:lnTo>
                  <a:pt x="2725702" y="5370855"/>
                </a:lnTo>
                <a:lnTo>
                  <a:pt x="2747828" y="5375041"/>
                </a:lnTo>
                <a:lnTo>
                  <a:pt x="2747828" y="5499900"/>
                </a:lnTo>
                <a:lnTo>
                  <a:pt x="2725402" y="5502591"/>
                </a:lnTo>
                <a:lnTo>
                  <a:pt x="2725402" y="5522669"/>
                </a:lnTo>
                <a:lnTo>
                  <a:pt x="2804455" y="5522669"/>
                </a:lnTo>
                <a:lnTo>
                  <a:pt x="2804455" y="5502600"/>
                </a:lnTo>
                <a:lnTo>
                  <a:pt x="2784724" y="5500205"/>
                </a:lnTo>
                <a:lnTo>
                  <a:pt x="2784724" y="5497847"/>
                </a:lnTo>
                <a:lnTo>
                  <a:pt x="2849836" y="5430072"/>
                </a:lnTo>
                <a:lnTo>
                  <a:pt x="2864143" y="5403664"/>
                </a:lnTo>
                <a:lnTo>
                  <a:pt x="2864143" y="5499881"/>
                </a:lnTo>
                <a:lnTo>
                  <a:pt x="2840221" y="5502571"/>
                </a:lnTo>
                <a:lnTo>
                  <a:pt x="2840221" y="5522669"/>
                </a:lnTo>
                <a:lnTo>
                  <a:pt x="2923760" y="5522669"/>
                </a:lnTo>
                <a:lnTo>
                  <a:pt x="2923760" y="5502595"/>
                </a:lnTo>
                <a:lnTo>
                  <a:pt x="2901333" y="5499904"/>
                </a:lnTo>
                <a:lnTo>
                  <a:pt x="2901333" y="5375027"/>
                </a:lnTo>
                <a:lnTo>
                  <a:pt x="2922865" y="5370841"/>
                </a:lnTo>
                <a:lnTo>
                  <a:pt x="2922865" y="5350929"/>
                </a:lnTo>
                <a:lnTo>
                  <a:pt x="2842016" y="5350929"/>
                </a:lnTo>
                <a:lnTo>
                  <a:pt x="2842016" y="5370855"/>
                </a:lnTo>
                <a:lnTo>
                  <a:pt x="2864143" y="5375041"/>
                </a:lnTo>
                <a:lnTo>
                  <a:pt x="2864143" y="5376608"/>
                </a:lnTo>
                <a:lnTo>
                  <a:pt x="2797235" y="5447365"/>
                </a:lnTo>
                <a:lnTo>
                  <a:pt x="2784724" y="5469629"/>
                </a:lnTo>
                <a:lnTo>
                  <a:pt x="2784724" y="5375117"/>
                </a:lnTo>
                <a:lnTo>
                  <a:pt x="2809241" y="5370931"/>
                </a:lnTo>
                <a:lnTo>
                  <a:pt x="2809241" y="5350929"/>
                </a:lnTo>
                <a:close/>
                <a:moveTo>
                  <a:pt x="2307497" y="5350929"/>
                </a:moveTo>
                <a:lnTo>
                  <a:pt x="2307497" y="5370850"/>
                </a:lnTo>
                <a:lnTo>
                  <a:pt x="2329029" y="5375036"/>
                </a:lnTo>
                <a:lnTo>
                  <a:pt x="2329029" y="5499642"/>
                </a:lnTo>
                <a:lnTo>
                  <a:pt x="2307497" y="5502633"/>
                </a:lnTo>
                <a:lnTo>
                  <a:pt x="2307497" y="5522669"/>
                </a:lnTo>
                <a:lnTo>
                  <a:pt x="2388045" y="5522669"/>
                </a:lnTo>
                <a:lnTo>
                  <a:pt x="2388045" y="5502633"/>
                </a:lnTo>
                <a:lnTo>
                  <a:pt x="2365919" y="5499642"/>
                </a:lnTo>
                <a:lnTo>
                  <a:pt x="2365919" y="5373765"/>
                </a:lnTo>
                <a:lnTo>
                  <a:pt x="2434280" y="5373765"/>
                </a:lnTo>
                <a:lnTo>
                  <a:pt x="2434280" y="5499628"/>
                </a:lnTo>
                <a:lnTo>
                  <a:pt x="2411853" y="5502619"/>
                </a:lnTo>
                <a:lnTo>
                  <a:pt x="2411853" y="5522669"/>
                </a:lnTo>
                <a:lnTo>
                  <a:pt x="2492701" y="5522669"/>
                </a:lnTo>
                <a:lnTo>
                  <a:pt x="2492701" y="5502643"/>
                </a:lnTo>
                <a:lnTo>
                  <a:pt x="2471170" y="5499652"/>
                </a:lnTo>
                <a:lnTo>
                  <a:pt x="2471170" y="5375003"/>
                </a:lnTo>
                <a:lnTo>
                  <a:pt x="2491801" y="5370817"/>
                </a:lnTo>
                <a:lnTo>
                  <a:pt x="2491801" y="5350929"/>
                </a:lnTo>
                <a:close/>
                <a:moveTo>
                  <a:pt x="1139128" y="5350929"/>
                </a:moveTo>
                <a:lnTo>
                  <a:pt x="1139128" y="5370060"/>
                </a:lnTo>
                <a:lnTo>
                  <a:pt x="1153629" y="5374155"/>
                </a:lnTo>
                <a:lnTo>
                  <a:pt x="1210632" y="5522669"/>
                </a:lnTo>
                <a:lnTo>
                  <a:pt x="1224043" y="5522669"/>
                </a:lnTo>
                <a:cubicBezTo>
                  <a:pt x="1217496" y="5538605"/>
                  <a:pt x="1210818" y="5549696"/>
                  <a:pt x="1204010" y="5555945"/>
                </a:cubicBezTo>
                <a:cubicBezTo>
                  <a:pt x="1197201" y="5562193"/>
                  <a:pt x="1189446" y="5565317"/>
                  <a:pt x="1180747" y="5565317"/>
                </a:cubicBezTo>
                <a:cubicBezTo>
                  <a:pt x="1177528" y="5565317"/>
                  <a:pt x="1174375" y="5565141"/>
                  <a:pt x="1171289" y="5564789"/>
                </a:cubicBezTo>
                <a:cubicBezTo>
                  <a:pt x="1168203" y="5564436"/>
                  <a:pt x="1164658" y="5563714"/>
                  <a:pt x="1160654" y="5562622"/>
                </a:cubicBezTo>
                <a:lnTo>
                  <a:pt x="1160654" y="5593478"/>
                </a:lnTo>
                <a:cubicBezTo>
                  <a:pt x="1163426" y="5595062"/>
                  <a:pt x="1166556" y="5596066"/>
                  <a:pt x="1170046" y="5596488"/>
                </a:cubicBezTo>
                <a:cubicBezTo>
                  <a:pt x="1173535" y="5596910"/>
                  <a:pt x="1177102" y="5597121"/>
                  <a:pt x="1180747" y="5597121"/>
                </a:cubicBezTo>
                <a:cubicBezTo>
                  <a:pt x="1192549" y="5597121"/>
                  <a:pt x="1202449" y="5594437"/>
                  <a:pt x="1210448" y="5589068"/>
                </a:cubicBezTo>
                <a:cubicBezTo>
                  <a:pt x="1218448" y="5583699"/>
                  <a:pt x="1225322" y="5576035"/>
                  <a:pt x="1231072" y="5566075"/>
                </a:cubicBezTo>
                <a:cubicBezTo>
                  <a:pt x="1236822" y="5556115"/>
                  <a:pt x="1243131" y="5542454"/>
                  <a:pt x="1249999" y="5525093"/>
                </a:cubicBezTo>
                <a:cubicBezTo>
                  <a:pt x="1255107" y="5513101"/>
                  <a:pt x="1272165" y="5462709"/>
                  <a:pt x="1301172" y="5373917"/>
                </a:cubicBezTo>
                <a:lnTo>
                  <a:pt x="1316855" y="5370155"/>
                </a:lnTo>
                <a:lnTo>
                  <a:pt x="1316855" y="5350929"/>
                </a:lnTo>
                <a:lnTo>
                  <a:pt x="1250656" y="5350929"/>
                </a:lnTo>
                <a:lnTo>
                  <a:pt x="1250656" y="5370283"/>
                </a:lnTo>
                <a:lnTo>
                  <a:pt x="1270692" y="5373713"/>
                </a:lnTo>
                <a:lnTo>
                  <a:pt x="1244598" y="5457047"/>
                </a:lnTo>
                <a:lnTo>
                  <a:pt x="1234149" y="5500128"/>
                </a:lnTo>
                <a:lnTo>
                  <a:pt x="1223562" y="5460652"/>
                </a:lnTo>
                <a:lnTo>
                  <a:pt x="1194258" y="5373813"/>
                </a:lnTo>
                <a:lnTo>
                  <a:pt x="1217285" y="5370364"/>
                </a:lnTo>
                <a:lnTo>
                  <a:pt x="1217285" y="5350929"/>
                </a:lnTo>
                <a:close/>
                <a:moveTo>
                  <a:pt x="5315111" y="5347338"/>
                </a:moveTo>
                <a:cubicBezTo>
                  <a:pt x="5305617" y="5347338"/>
                  <a:pt x="5296172" y="5348768"/>
                  <a:pt x="5286772" y="5351629"/>
                </a:cubicBezTo>
                <a:cubicBezTo>
                  <a:pt x="5277373" y="5354489"/>
                  <a:pt x="5269072" y="5357772"/>
                  <a:pt x="5261871" y="5361478"/>
                </a:cubicBezTo>
                <a:cubicBezTo>
                  <a:pt x="5254670" y="5365183"/>
                  <a:pt x="5249375" y="5368653"/>
                  <a:pt x="5245983" y="5371888"/>
                </a:cubicBezTo>
                <a:lnTo>
                  <a:pt x="5255103" y="5391105"/>
                </a:lnTo>
                <a:cubicBezTo>
                  <a:pt x="5264724" y="5386809"/>
                  <a:pt x="5273493" y="5383244"/>
                  <a:pt x="5281409" y="5380409"/>
                </a:cubicBezTo>
                <a:cubicBezTo>
                  <a:pt x="5289326" y="5377573"/>
                  <a:pt x="5298168" y="5376156"/>
                  <a:pt x="5307934" y="5376156"/>
                </a:cubicBezTo>
                <a:cubicBezTo>
                  <a:pt x="5316325" y="5376156"/>
                  <a:pt x="5322694" y="5377264"/>
                  <a:pt x="5327038" y="5379480"/>
                </a:cubicBezTo>
                <a:cubicBezTo>
                  <a:pt x="5331384" y="5381696"/>
                  <a:pt x="5334460" y="5385243"/>
                  <a:pt x="5336266" y="5390122"/>
                </a:cubicBezTo>
                <a:cubicBezTo>
                  <a:pt x="5338073" y="5395000"/>
                  <a:pt x="5338976" y="5401887"/>
                  <a:pt x="5338976" y="5410784"/>
                </a:cubicBezTo>
                <a:lnTo>
                  <a:pt x="5338976" y="5416518"/>
                </a:lnTo>
                <a:cubicBezTo>
                  <a:pt x="5311757" y="5417083"/>
                  <a:pt x="5288406" y="5421976"/>
                  <a:pt x="5268925" y="5431198"/>
                </a:cubicBezTo>
                <a:cubicBezTo>
                  <a:pt x="5249443" y="5440420"/>
                  <a:pt x="5239702" y="5454943"/>
                  <a:pt x="5239702" y="5474768"/>
                </a:cubicBezTo>
                <a:cubicBezTo>
                  <a:pt x="5239702" y="5491294"/>
                  <a:pt x="5244740" y="5503957"/>
                  <a:pt x="5254815" y="5512758"/>
                </a:cubicBezTo>
                <a:cubicBezTo>
                  <a:pt x="5264891" y="5521560"/>
                  <a:pt x="5277514" y="5525960"/>
                  <a:pt x="5292684" y="5525960"/>
                </a:cubicBezTo>
                <a:cubicBezTo>
                  <a:pt x="5304188" y="5525960"/>
                  <a:pt x="5314461" y="5523361"/>
                  <a:pt x="5323505" y="5518164"/>
                </a:cubicBezTo>
                <a:cubicBezTo>
                  <a:pt x="5332549" y="5512966"/>
                  <a:pt x="5338403" y="5507591"/>
                  <a:pt x="5341067" y="5502038"/>
                </a:cubicBezTo>
                <a:lnTo>
                  <a:pt x="5341067" y="5508858"/>
                </a:lnTo>
                <a:cubicBezTo>
                  <a:pt x="5341067" y="5515602"/>
                  <a:pt x="5342379" y="5520088"/>
                  <a:pt x="5345003" y="5522317"/>
                </a:cubicBezTo>
                <a:cubicBezTo>
                  <a:pt x="5347627" y="5524546"/>
                  <a:pt x="5352116" y="5525660"/>
                  <a:pt x="5358469" y="5525660"/>
                </a:cubicBezTo>
                <a:cubicBezTo>
                  <a:pt x="5363362" y="5525660"/>
                  <a:pt x="5368878" y="5525157"/>
                  <a:pt x="5375019" y="5524150"/>
                </a:cubicBezTo>
                <a:cubicBezTo>
                  <a:pt x="5381159" y="5523144"/>
                  <a:pt x="5387023" y="5521941"/>
                  <a:pt x="5392611" y="5520540"/>
                </a:cubicBezTo>
                <a:lnTo>
                  <a:pt x="5392611" y="5502229"/>
                </a:lnTo>
                <a:lnTo>
                  <a:pt x="5374971" y="5502229"/>
                </a:lnTo>
                <a:lnTo>
                  <a:pt x="5374971" y="5408988"/>
                </a:lnTo>
                <a:cubicBezTo>
                  <a:pt x="5374971" y="5394329"/>
                  <a:pt x="5373077" y="5382474"/>
                  <a:pt x="5369287" y="5373422"/>
                </a:cubicBezTo>
                <a:cubicBezTo>
                  <a:pt x="5365498" y="5364370"/>
                  <a:pt x="5359167" y="5357760"/>
                  <a:pt x="5350297" y="5353591"/>
                </a:cubicBezTo>
                <a:cubicBezTo>
                  <a:pt x="5341426" y="5349422"/>
                  <a:pt x="5329697" y="5347338"/>
                  <a:pt x="5315111" y="5347338"/>
                </a:cubicBezTo>
                <a:close/>
                <a:moveTo>
                  <a:pt x="1881458" y="5347043"/>
                </a:moveTo>
                <a:lnTo>
                  <a:pt x="1835691" y="5352800"/>
                </a:lnTo>
                <a:lnTo>
                  <a:pt x="1835691" y="5373741"/>
                </a:lnTo>
                <a:lnTo>
                  <a:pt x="1857217" y="5379123"/>
                </a:lnTo>
                <a:lnTo>
                  <a:pt x="1857217" y="5499947"/>
                </a:lnTo>
                <a:lnTo>
                  <a:pt x="1838382" y="5502638"/>
                </a:lnTo>
                <a:lnTo>
                  <a:pt x="1838382" y="5522669"/>
                </a:lnTo>
                <a:lnTo>
                  <a:pt x="1915044" y="5522669"/>
                </a:lnTo>
                <a:lnTo>
                  <a:pt x="1915044" y="5502624"/>
                </a:lnTo>
                <a:lnTo>
                  <a:pt x="1894712" y="5499933"/>
                </a:lnTo>
                <a:lnTo>
                  <a:pt x="1894712" y="5390500"/>
                </a:lnTo>
                <a:cubicBezTo>
                  <a:pt x="1900132" y="5386436"/>
                  <a:pt x="1906768" y="5382680"/>
                  <a:pt x="1914620" y="5379232"/>
                </a:cubicBezTo>
                <a:cubicBezTo>
                  <a:pt x="1922472" y="5375784"/>
                  <a:pt x="1929769" y="5374060"/>
                  <a:pt x="1936513" y="5374060"/>
                </a:cubicBezTo>
                <a:cubicBezTo>
                  <a:pt x="1944158" y="5374060"/>
                  <a:pt x="1949899" y="5375499"/>
                  <a:pt x="1953736" y="5378377"/>
                </a:cubicBezTo>
                <a:cubicBezTo>
                  <a:pt x="1957574" y="5381256"/>
                  <a:pt x="1960237" y="5385817"/>
                  <a:pt x="1961728" y="5392062"/>
                </a:cubicBezTo>
                <a:cubicBezTo>
                  <a:pt x="1963219" y="5398308"/>
                  <a:pt x="1963964" y="5407139"/>
                  <a:pt x="1963964" y="5418556"/>
                </a:cubicBezTo>
                <a:lnTo>
                  <a:pt x="1963964" y="5500214"/>
                </a:lnTo>
                <a:lnTo>
                  <a:pt x="1945428" y="5502610"/>
                </a:lnTo>
                <a:lnTo>
                  <a:pt x="1945428" y="5522669"/>
                </a:lnTo>
                <a:lnTo>
                  <a:pt x="2022386" y="5522669"/>
                </a:lnTo>
                <a:lnTo>
                  <a:pt x="2022386" y="5502248"/>
                </a:lnTo>
                <a:lnTo>
                  <a:pt x="2001459" y="5500152"/>
                </a:lnTo>
                <a:lnTo>
                  <a:pt x="2001459" y="5418856"/>
                </a:lnTo>
                <a:cubicBezTo>
                  <a:pt x="2001459" y="5401965"/>
                  <a:pt x="2000000" y="5388361"/>
                  <a:pt x="1997082" y="5378044"/>
                </a:cubicBezTo>
                <a:cubicBezTo>
                  <a:pt x="1994165" y="5367727"/>
                  <a:pt x="1988985" y="5359981"/>
                  <a:pt x="1981542" y="5354805"/>
                </a:cubicBezTo>
                <a:cubicBezTo>
                  <a:pt x="1974100" y="5349630"/>
                  <a:pt x="1963775" y="5347043"/>
                  <a:pt x="1950567" y="5347043"/>
                </a:cubicBezTo>
                <a:cubicBezTo>
                  <a:pt x="1939363" y="5347043"/>
                  <a:pt x="1927691" y="5349717"/>
                  <a:pt x="1915553" y="5355065"/>
                </a:cubicBezTo>
                <a:cubicBezTo>
                  <a:pt x="1903415" y="5360413"/>
                  <a:pt x="1895371" y="5366010"/>
                  <a:pt x="1891422" y="5371855"/>
                </a:cubicBezTo>
                <a:lnTo>
                  <a:pt x="1891722" y="5366731"/>
                </a:lnTo>
                <a:lnTo>
                  <a:pt x="1891722" y="5354048"/>
                </a:lnTo>
                <a:lnTo>
                  <a:pt x="1883545" y="5347043"/>
                </a:lnTo>
                <a:close/>
                <a:moveTo>
                  <a:pt x="5454205" y="5346738"/>
                </a:moveTo>
                <a:lnTo>
                  <a:pt x="5407565" y="5352800"/>
                </a:lnTo>
                <a:lnTo>
                  <a:pt x="5407565" y="5373741"/>
                </a:lnTo>
                <a:lnTo>
                  <a:pt x="5429092" y="5379123"/>
                </a:lnTo>
                <a:lnTo>
                  <a:pt x="5429092" y="5499962"/>
                </a:lnTo>
                <a:lnTo>
                  <a:pt x="5410852" y="5502652"/>
                </a:lnTo>
                <a:lnTo>
                  <a:pt x="5410852" y="5522669"/>
                </a:lnTo>
                <a:lnTo>
                  <a:pt x="5486618" y="5522669"/>
                </a:lnTo>
                <a:lnTo>
                  <a:pt x="5486618" y="5502629"/>
                </a:lnTo>
                <a:lnTo>
                  <a:pt x="5466587" y="5499938"/>
                </a:lnTo>
                <a:lnTo>
                  <a:pt x="5466587" y="5390381"/>
                </a:lnTo>
                <a:cubicBezTo>
                  <a:pt x="5471486" y="5386463"/>
                  <a:pt x="5477852" y="5382764"/>
                  <a:pt x="5485685" y="5379282"/>
                </a:cubicBezTo>
                <a:cubicBezTo>
                  <a:pt x="5493518" y="5375801"/>
                  <a:pt x="5500787" y="5374060"/>
                  <a:pt x="5507493" y="5374060"/>
                </a:cubicBezTo>
                <a:cubicBezTo>
                  <a:pt x="5515321" y="5374060"/>
                  <a:pt x="5521055" y="5375489"/>
                  <a:pt x="5524692" y="5378346"/>
                </a:cubicBezTo>
                <a:cubicBezTo>
                  <a:pt x="5528329" y="5381204"/>
                  <a:pt x="5530847" y="5385714"/>
                  <a:pt x="5532245" y="5391877"/>
                </a:cubicBezTo>
                <a:cubicBezTo>
                  <a:pt x="5533644" y="5398039"/>
                  <a:pt x="5534343" y="5406933"/>
                  <a:pt x="5534343" y="5418556"/>
                </a:cubicBezTo>
                <a:lnTo>
                  <a:pt x="5534343" y="5499938"/>
                </a:lnTo>
                <a:lnTo>
                  <a:pt x="5514612" y="5502629"/>
                </a:lnTo>
                <a:lnTo>
                  <a:pt x="5514612" y="5522669"/>
                </a:lnTo>
                <a:lnTo>
                  <a:pt x="5593064" y="5522669"/>
                </a:lnTo>
                <a:lnTo>
                  <a:pt x="5593064" y="5502610"/>
                </a:lnTo>
                <a:lnTo>
                  <a:pt x="5571839" y="5499919"/>
                </a:lnTo>
                <a:lnTo>
                  <a:pt x="5571839" y="5418856"/>
                </a:lnTo>
                <a:cubicBezTo>
                  <a:pt x="5571839" y="5404378"/>
                  <a:pt x="5570941" y="5393734"/>
                  <a:pt x="5569147" y="5386924"/>
                </a:cubicBezTo>
                <a:cubicBezTo>
                  <a:pt x="5573307" y="5383892"/>
                  <a:pt x="5578923" y="5380990"/>
                  <a:pt x="5585997" y="5378218"/>
                </a:cubicBezTo>
                <a:cubicBezTo>
                  <a:pt x="5593071" y="5375446"/>
                  <a:pt x="5599694" y="5374060"/>
                  <a:pt x="5605867" y="5374060"/>
                </a:cubicBezTo>
                <a:cubicBezTo>
                  <a:pt x="5613957" y="5374060"/>
                  <a:pt x="5620056" y="5375547"/>
                  <a:pt x="5624166" y="5378520"/>
                </a:cubicBezTo>
                <a:cubicBezTo>
                  <a:pt x="5628277" y="5381494"/>
                  <a:pt x="5631127" y="5386213"/>
                  <a:pt x="5632720" y="5392679"/>
                </a:cubicBezTo>
                <a:cubicBezTo>
                  <a:pt x="5634312" y="5399145"/>
                  <a:pt x="5635108" y="5407971"/>
                  <a:pt x="5635108" y="5419156"/>
                </a:cubicBezTo>
                <a:lnTo>
                  <a:pt x="5635108" y="5499952"/>
                </a:lnTo>
                <a:lnTo>
                  <a:pt x="5616572" y="5502643"/>
                </a:lnTo>
                <a:lnTo>
                  <a:pt x="5616572" y="5522669"/>
                </a:lnTo>
                <a:lnTo>
                  <a:pt x="5693830" y="5522669"/>
                </a:lnTo>
                <a:lnTo>
                  <a:pt x="5693830" y="5502610"/>
                </a:lnTo>
                <a:lnTo>
                  <a:pt x="5672304" y="5499919"/>
                </a:lnTo>
                <a:lnTo>
                  <a:pt x="5672304" y="5418256"/>
                </a:lnTo>
                <a:cubicBezTo>
                  <a:pt x="5672304" y="5401549"/>
                  <a:pt x="5670792" y="5388034"/>
                  <a:pt x="5667767" y="5377711"/>
                </a:cubicBezTo>
                <a:cubicBezTo>
                  <a:pt x="5664743" y="5367387"/>
                  <a:pt x="5659463" y="5359695"/>
                  <a:pt x="5651925" y="5354634"/>
                </a:cubicBezTo>
                <a:cubicBezTo>
                  <a:pt x="5644387" y="5349573"/>
                  <a:pt x="5634117" y="5347043"/>
                  <a:pt x="5621116" y="5347043"/>
                </a:cubicBezTo>
                <a:cubicBezTo>
                  <a:pt x="5610709" y="5347043"/>
                  <a:pt x="5599605" y="5349453"/>
                  <a:pt x="5587805" y="5354274"/>
                </a:cubicBezTo>
                <a:cubicBezTo>
                  <a:pt x="5576005" y="5359096"/>
                  <a:pt x="5567855" y="5363959"/>
                  <a:pt x="5563356" y="5368864"/>
                </a:cubicBezTo>
                <a:cubicBezTo>
                  <a:pt x="5560826" y="5362086"/>
                  <a:pt x="5555999" y="5356754"/>
                  <a:pt x="5548876" y="5352869"/>
                </a:cubicBezTo>
                <a:cubicBezTo>
                  <a:pt x="5541753" y="5348985"/>
                  <a:pt x="5532543" y="5347043"/>
                  <a:pt x="5521247" y="5347043"/>
                </a:cubicBezTo>
                <a:cubicBezTo>
                  <a:pt x="5511242" y="5347043"/>
                  <a:pt x="5500001" y="5349775"/>
                  <a:pt x="5487526" y="5355239"/>
                </a:cubicBezTo>
                <a:cubicBezTo>
                  <a:pt x="5475049" y="5360703"/>
                  <a:pt x="5466973" y="5366340"/>
                  <a:pt x="5463297" y="5372150"/>
                </a:cubicBezTo>
                <a:lnTo>
                  <a:pt x="5463563" y="5365326"/>
                </a:lnTo>
                <a:lnTo>
                  <a:pt x="5461601" y="5352272"/>
                </a:lnTo>
                <a:close/>
                <a:moveTo>
                  <a:pt x="5786918" y="5346442"/>
                </a:moveTo>
                <a:cubicBezTo>
                  <a:pt x="5771160" y="5346442"/>
                  <a:pt x="5757093" y="5350187"/>
                  <a:pt x="5744717" y="5357677"/>
                </a:cubicBezTo>
                <a:cubicBezTo>
                  <a:pt x="5732341" y="5365167"/>
                  <a:pt x="5722766" y="5375686"/>
                  <a:pt x="5715992" y="5389234"/>
                </a:cubicBezTo>
                <a:cubicBezTo>
                  <a:pt x="5709219" y="5402781"/>
                  <a:pt x="5705832" y="5418436"/>
                  <a:pt x="5705832" y="5436197"/>
                </a:cubicBezTo>
                <a:cubicBezTo>
                  <a:pt x="5705832" y="5463260"/>
                  <a:pt x="5712418" y="5484987"/>
                  <a:pt x="5725591" y="5501376"/>
                </a:cubicBezTo>
                <a:cubicBezTo>
                  <a:pt x="5738764" y="5517765"/>
                  <a:pt x="5757911" y="5525960"/>
                  <a:pt x="5783032" y="5525960"/>
                </a:cubicBezTo>
                <a:cubicBezTo>
                  <a:pt x="5795195" y="5525960"/>
                  <a:pt x="5807148" y="5523694"/>
                  <a:pt x="5818890" y="5519162"/>
                </a:cubicBezTo>
                <a:cubicBezTo>
                  <a:pt x="5830634" y="5514629"/>
                  <a:pt x="5839831" y="5508752"/>
                  <a:pt x="5846482" y="5501529"/>
                </a:cubicBezTo>
                <a:lnTo>
                  <a:pt x="5838938" y="5484579"/>
                </a:lnTo>
                <a:cubicBezTo>
                  <a:pt x="5832265" y="5489030"/>
                  <a:pt x="5824786" y="5492636"/>
                  <a:pt x="5816502" y="5495397"/>
                </a:cubicBezTo>
                <a:cubicBezTo>
                  <a:pt x="5808219" y="5498157"/>
                  <a:pt x="5800251" y="5499538"/>
                  <a:pt x="5792599" y="5499538"/>
                </a:cubicBezTo>
                <a:cubicBezTo>
                  <a:pt x="5777512" y="5499538"/>
                  <a:pt x="5765815" y="5493828"/>
                  <a:pt x="5757509" y="5482407"/>
                </a:cubicBezTo>
                <a:cubicBezTo>
                  <a:pt x="5749204" y="5470987"/>
                  <a:pt x="5744873" y="5456699"/>
                  <a:pt x="5744517" y="5439545"/>
                </a:cubicBezTo>
                <a:lnTo>
                  <a:pt x="5846763" y="5439545"/>
                </a:lnTo>
                <a:cubicBezTo>
                  <a:pt x="5848567" y="5431286"/>
                  <a:pt x="5849468" y="5421512"/>
                  <a:pt x="5849468" y="5410222"/>
                </a:cubicBezTo>
                <a:cubicBezTo>
                  <a:pt x="5848818" y="5389327"/>
                  <a:pt x="5843085" y="5373474"/>
                  <a:pt x="5832273" y="5362661"/>
                </a:cubicBezTo>
                <a:cubicBezTo>
                  <a:pt x="5821461" y="5351849"/>
                  <a:pt x="5806342" y="5346442"/>
                  <a:pt x="5786918" y="5346442"/>
                </a:cubicBezTo>
                <a:close/>
                <a:moveTo>
                  <a:pt x="4281967" y="5346442"/>
                </a:moveTo>
                <a:cubicBezTo>
                  <a:pt x="4266211" y="5346442"/>
                  <a:pt x="4252143" y="5350187"/>
                  <a:pt x="4239767" y="5357677"/>
                </a:cubicBezTo>
                <a:cubicBezTo>
                  <a:pt x="4227391" y="5365167"/>
                  <a:pt x="4217816" y="5375686"/>
                  <a:pt x="4211042" y="5389234"/>
                </a:cubicBezTo>
                <a:cubicBezTo>
                  <a:pt x="4204268" y="5402781"/>
                  <a:pt x="4200882" y="5418436"/>
                  <a:pt x="4200882" y="5436197"/>
                </a:cubicBezTo>
                <a:cubicBezTo>
                  <a:pt x="4200882" y="5463260"/>
                  <a:pt x="4207468" y="5484987"/>
                  <a:pt x="4220641" y="5501376"/>
                </a:cubicBezTo>
                <a:cubicBezTo>
                  <a:pt x="4233814" y="5517765"/>
                  <a:pt x="4252961" y="5525960"/>
                  <a:pt x="4278081" y="5525960"/>
                </a:cubicBezTo>
                <a:cubicBezTo>
                  <a:pt x="4290244" y="5525960"/>
                  <a:pt x="4302198" y="5523694"/>
                  <a:pt x="4313941" y="5519162"/>
                </a:cubicBezTo>
                <a:cubicBezTo>
                  <a:pt x="4325683" y="5514629"/>
                  <a:pt x="4334880" y="5508752"/>
                  <a:pt x="4341533" y="5501529"/>
                </a:cubicBezTo>
                <a:lnTo>
                  <a:pt x="4333989" y="5484579"/>
                </a:lnTo>
                <a:cubicBezTo>
                  <a:pt x="4327315" y="5489030"/>
                  <a:pt x="4319836" y="5492636"/>
                  <a:pt x="4311553" y="5495397"/>
                </a:cubicBezTo>
                <a:cubicBezTo>
                  <a:pt x="4303269" y="5498157"/>
                  <a:pt x="4295301" y="5499538"/>
                  <a:pt x="4287649" y="5499538"/>
                </a:cubicBezTo>
                <a:cubicBezTo>
                  <a:pt x="4272561" y="5499538"/>
                  <a:pt x="4260866" y="5493828"/>
                  <a:pt x="4252559" y="5482407"/>
                </a:cubicBezTo>
                <a:cubicBezTo>
                  <a:pt x="4244253" y="5470987"/>
                  <a:pt x="4239923" y="5456699"/>
                  <a:pt x="4239567" y="5439545"/>
                </a:cubicBezTo>
                <a:lnTo>
                  <a:pt x="4341813" y="5439545"/>
                </a:lnTo>
                <a:cubicBezTo>
                  <a:pt x="4343617" y="5431286"/>
                  <a:pt x="4344518" y="5421512"/>
                  <a:pt x="4344518" y="5410222"/>
                </a:cubicBezTo>
                <a:cubicBezTo>
                  <a:pt x="4343867" y="5389327"/>
                  <a:pt x="4338136" y="5373474"/>
                  <a:pt x="4327324" y="5362661"/>
                </a:cubicBezTo>
                <a:cubicBezTo>
                  <a:pt x="4316510" y="5351849"/>
                  <a:pt x="4301393" y="5346442"/>
                  <a:pt x="4281967" y="5346442"/>
                </a:cubicBezTo>
                <a:close/>
                <a:moveTo>
                  <a:pt x="3681893" y="5346442"/>
                </a:moveTo>
                <a:cubicBezTo>
                  <a:pt x="3666136" y="5346442"/>
                  <a:pt x="3652068" y="5350187"/>
                  <a:pt x="3639692" y="5357677"/>
                </a:cubicBezTo>
                <a:cubicBezTo>
                  <a:pt x="3627316" y="5365167"/>
                  <a:pt x="3617741" y="5375686"/>
                  <a:pt x="3610968" y="5389234"/>
                </a:cubicBezTo>
                <a:cubicBezTo>
                  <a:pt x="3604194" y="5402781"/>
                  <a:pt x="3600807" y="5418436"/>
                  <a:pt x="3600807" y="5436197"/>
                </a:cubicBezTo>
                <a:cubicBezTo>
                  <a:pt x="3600807" y="5463260"/>
                  <a:pt x="3607393" y="5484987"/>
                  <a:pt x="3620566" y="5501376"/>
                </a:cubicBezTo>
                <a:cubicBezTo>
                  <a:pt x="3633739" y="5517765"/>
                  <a:pt x="3652887" y="5525960"/>
                  <a:pt x="3678007" y="5525960"/>
                </a:cubicBezTo>
                <a:cubicBezTo>
                  <a:pt x="3690170" y="5525960"/>
                  <a:pt x="3702123" y="5523694"/>
                  <a:pt x="3713866" y="5519162"/>
                </a:cubicBezTo>
                <a:cubicBezTo>
                  <a:pt x="3725609" y="5514629"/>
                  <a:pt x="3734805" y="5508752"/>
                  <a:pt x="3741458" y="5501529"/>
                </a:cubicBezTo>
                <a:lnTo>
                  <a:pt x="3733914" y="5484579"/>
                </a:lnTo>
                <a:cubicBezTo>
                  <a:pt x="3727240" y="5489030"/>
                  <a:pt x="3719761" y="5492636"/>
                  <a:pt x="3711478" y="5495397"/>
                </a:cubicBezTo>
                <a:cubicBezTo>
                  <a:pt x="3703194" y="5498157"/>
                  <a:pt x="3695226" y="5499538"/>
                  <a:pt x="3687574" y="5499538"/>
                </a:cubicBezTo>
                <a:cubicBezTo>
                  <a:pt x="3672487" y="5499538"/>
                  <a:pt x="3660791" y="5493828"/>
                  <a:pt x="3652485" y="5482407"/>
                </a:cubicBezTo>
                <a:cubicBezTo>
                  <a:pt x="3644179" y="5470987"/>
                  <a:pt x="3639848" y="5456699"/>
                  <a:pt x="3639492" y="5439545"/>
                </a:cubicBezTo>
                <a:lnTo>
                  <a:pt x="3741739" y="5439545"/>
                </a:lnTo>
                <a:cubicBezTo>
                  <a:pt x="3743542" y="5431286"/>
                  <a:pt x="3744443" y="5421512"/>
                  <a:pt x="3744443" y="5410222"/>
                </a:cubicBezTo>
                <a:cubicBezTo>
                  <a:pt x="3743793" y="5389327"/>
                  <a:pt x="3738061" y="5373474"/>
                  <a:pt x="3727248" y="5362661"/>
                </a:cubicBezTo>
                <a:cubicBezTo>
                  <a:pt x="3716436" y="5351849"/>
                  <a:pt x="3701317" y="5346442"/>
                  <a:pt x="3681893" y="5346442"/>
                </a:cubicBezTo>
                <a:close/>
                <a:moveTo>
                  <a:pt x="3300893" y="5346442"/>
                </a:moveTo>
                <a:cubicBezTo>
                  <a:pt x="3285136" y="5346442"/>
                  <a:pt x="3271069" y="5350187"/>
                  <a:pt x="3258692" y="5357677"/>
                </a:cubicBezTo>
                <a:cubicBezTo>
                  <a:pt x="3246316" y="5365167"/>
                  <a:pt x="3236742" y="5375686"/>
                  <a:pt x="3229967" y="5389234"/>
                </a:cubicBezTo>
                <a:cubicBezTo>
                  <a:pt x="3223193" y="5402781"/>
                  <a:pt x="3219806" y="5418436"/>
                  <a:pt x="3219806" y="5436197"/>
                </a:cubicBezTo>
                <a:cubicBezTo>
                  <a:pt x="3219806" y="5463260"/>
                  <a:pt x="3226393" y="5484987"/>
                  <a:pt x="3239566" y="5501376"/>
                </a:cubicBezTo>
                <a:cubicBezTo>
                  <a:pt x="3252739" y="5517765"/>
                  <a:pt x="3271886" y="5525960"/>
                  <a:pt x="3297007" y="5525960"/>
                </a:cubicBezTo>
                <a:cubicBezTo>
                  <a:pt x="3309170" y="5525960"/>
                  <a:pt x="3321123" y="5523694"/>
                  <a:pt x="3332866" y="5519162"/>
                </a:cubicBezTo>
                <a:cubicBezTo>
                  <a:pt x="3344609" y="5514629"/>
                  <a:pt x="3353806" y="5508752"/>
                  <a:pt x="3360458" y="5501529"/>
                </a:cubicBezTo>
                <a:lnTo>
                  <a:pt x="3352914" y="5484579"/>
                </a:lnTo>
                <a:cubicBezTo>
                  <a:pt x="3346240" y="5489030"/>
                  <a:pt x="3338761" y="5492636"/>
                  <a:pt x="3330477" y="5495397"/>
                </a:cubicBezTo>
                <a:cubicBezTo>
                  <a:pt x="3322194" y="5498157"/>
                  <a:pt x="3314226" y="5499538"/>
                  <a:pt x="3306575" y="5499538"/>
                </a:cubicBezTo>
                <a:cubicBezTo>
                  <a:pt x="3291487" y="5499538"/>
                  <a:pt x="3279790" y="5493828"/>
                  <a:pt x="3271485" y="5482407"/>
                </a:cubicBezTo>
                <a:cubicBezTo>
                  <a:pt x="3263178" y="5470987"/>
                  <a:pt x="3258848" y="5456699"/>
                  <a:pt x="3258492" y="5439545"/>
                </a:cubicBezTo>
                <a:lnTo>
                  <a:pt x="3360738" y="5439545"/>
                </a:lnTo>
                <a:cubicBezTo>
                  <a:pt x="3362542" y="5431286"/>
                  <a:pt x="3363444" y="5421512"/>
                  <a:pt x="3363444" y="5410222"/>
                </a:cubicBezTo>
                <a:cubicBezTo>
                  <a:pt x="3362793" y="5389327"/>
                  <a:pt x="3357061" y="5373474"/>
                  <a:pt x="3346249" y="5362661"/>
                </a:cubicBezTo>
                <a:cubicBezTo>
                  <a:pt x="3335436" y="5351849"/>
                  <a:pt x="3320318" y="5346442"/>
                  <a:pt x="3300893" y="5346442"/>
                </a:cubicBezTo>
                <a:close/>
                <a:moveTo>
                  <a:pt x="2624708" y="5346442"/>
                </a:moveTo>
                <a:cubicBezTo>
                  <a:pt x="2613231" y="5346442"/>
                  <a:pt x="2602836" y="5348849"/>
                  <a:pt x="2593524" y="5353662"/>
                </a:cubicBezTo>
                <a:cubicBezTo>
                  <a:pt x="2584211" y="5358476"/>
                  <a:pt x="2578279" y="5363841"/>
                  <a:pt x="2575726" y="5369760"/>
                </a:cubicBezTo>
                <a:lnTo>
                  <a:pt x="2575726" y="5354048"/>
                </a:lnTo>
                <a:lnTo>
                  <a:pt x="2567554" y="5347043"/>
                </a:lnTo>
                <a:lnTo>
                  <a:pt x="2565587" y="5347066"/>
                </a:lnTo>
                <a:lnTo>
                  <a:pt x="2520296" y="5352800"/>
                </a:lnTo>
                <a:lnTo>
                  <a:pt x="2520296" y="5373751"/>
                </a:lnTo>
                <a:lnTo>
                  <a:pt x="2542122" y="5379132"/>
                </a:lnTo>
                <a:lnTo>
                  <a:pt x="2542122" y="5571733"/>
                </a:lnTo>
                <a:lnTo>
                  <a:pt x="2520595" y="5575019"/>
                </a:lnTo>
                <a:lnTo>
                  <a:pt x="2520595" y="5595031"/>
                </a:lnTo>
                <a:lnTo>
                  <a:pt x="2610111" y="5595031"/>
                </a:lnTo>
                <a:lnTo>
                  <a:pt x="2610111" y="5574919"/>
                </a:lnTo>
                <a:lnTo>
                  <a:pt x="2579017" y="5571633"/>
                </a:lnTo>
                <a:lnTo>
                  <a:pt x="2579017" y="5545039"/>
                </a:lnTo>
                <a:lnTo>
                  <a:pt x="2578117" y="5521774"/>
                </a:lnTo>
                <a:cubicBezTo>
                  <a:pt x="2578974" y="5522942"/>
                  <a:pt x="2582240" y="5523932"/>
                  <a:pt x="2587913" y="5524743"/>
                </a:cubicBezTo>
                <a:cubicBezTo>
                  <a:pt x="2593587" y="5525555"/>
                  <a:pt x="2598973" y="5525960"/>
                  <a:pt x="2604073" y="5525960"/>
                </a:cubicBezTo>
                <a:cubicBezTo>
                  <a:pt x="2622043" y="5525960"/>
                  <a:pt x="2637737" y="5521728"/>
                  <a:pt x="2651155" y="5513263"/>
                </a:cubicBezTo>
                <a:cubicBezTo>
                  <a:pt x="2664572" y="5504799"/>
                  <a:pt x="2674890" y="5493296"/>
                  <a:pt x="2682108" y="5478754"/>
                </a:cubicBezTo>
                <a:cubicBezTo>
                  <a:pt x="2689327" y="5464213"/>
                  <a:pt x="2692936" y="5448233"/>
                  <a:pt x="2692936" y="5430815"/>
                </a:cubicBezTo>
                <a:cubicBezTo>
                  <a:pt x="2692936" y="5411927"/>
                  <a:pt x="2689838" y="5396184"/>
                  <a:pt x="2683642" y="5383585"/>
                </a:cubicBezTo>
                <a:cubicBezTo>
                  <a:pt x="2677446" y="5370987"/>
                  <a:pt x="2669160" y="5361647"/>
                  <a:pt x="2658782" y="5355565"/>
                </a:cubicBezTo>
                <a:cubicBezTo>
                  <a:pt x="2648404" y="5349483"/>
                  <a:pt x="2637046" y="5346442"/>
                  <a:pt x="2624708" y="5346442"/>
                </a:cubicBezTo>
                <a:close/>
                <a:moveTo>
                  <a:pt x="2170409" y="5346442"/>
                </a:moveTo>
                <a:cubicBezTo>
                  <a:pt x="2152044" y="5346442"/>
                  <a:pt x="2136281" y="5350537"/>
                  <a:pt x="2123117" y="5358727"/>
                </a:cubicBezTo>
                <a:cubicBezTo>
                  <a:pt x="2109954" y="5366917"/>
                  <a:pt x="2100033" y="5377895"/>
                  <a:pt x="2093356" y="5391660"/>
                </a:cubicBezTo>
                <a:cubicBezTo>
                  <a:pt x="2086679" y="5405425"/>
                  <a:pt x="2083341" y="5420769"/>
                  <a:pt x="2083341" y="5437692"/>
                </a:cubicBezTo>
                <a:cubicBezTo>
                  <a:pt x="2083341" y="5454504"/>
                  <a:pt x="2086285" y="5469573"/>
                  <a:pt x="2092173" y="5482900"/>
                </a:cubicBezTo>
                <a:cubicBezTo>
                  <a:pt x="2098061" y="5496227"/>
                  <a:pt x="2106876" y="5506735"/>
                  <a:pt x="2118619" y="5514425"/>
                </a:cubicBezTo>
                <a:cubicBezTo>
                  <a:pt x="2130362" y="5522115"/>
                  <a:pt x="2144734" y="5525960"/>
                  <a:pt x="2161737" y="5525960"/>
                </a:cubicBezTo>
                <a:cubicBezTo>
                  <a:pt x="2172925" y="5525960"/>
                  <a:pt x="2183946" y="5523634"/>
                  <a:pt x="2194800" y="5518981"/>
                </a:cubicBezTo>
                <a:cubicBezTo>
                  <a:pt x="2205654" y="5514328"/>
                  <a:pt x="2214187" y="5508591"/>
                  <a:pt x="2220401" y="5501771"/>
                </a:cubicBezTo>
                <a:lnTo>
                  <a:pt x="2212919" y="5486074"/>
                </a:lnTo>
                <a:cubicBezTo>
                  <a:pt x="2205670" y="5490106"/>
                  <a:pt x="2198483" y="5493358"/>
                  <a:pt x="2191357" y="5495830"/>
                </a:cubicBezTo>
                <a:cubicBezTo>
                  <a:pt x="2184230" y="5498302"/>
                  <a:pt x="2176649" y="5499538"/>
                  <a:pt x="2168613" y="5499538"/>
                </a:cubicBezTo>
                <a:cubicBezTo>
                  <a:pt x="2155132" y="5499538"/>
                  <a:pt x="2144098" y="5493733"/>
                  <a:pt x="2135509" y="5482124"/>
                </a:cubicBezTo>
                <a:cubicBezTo>
                  <a:pt x="2126921" y="5470514"/>
                  <a:pt x="2122627" y="5453213"/>
                  <a:pt x="2122627" y="5430220"/>
                </a:cubicBezTo>
                <a:cubicBezTo>
                  <a:pt x="2122627" y="5410160"/>
                  <a:pt x="2126420" y="5394838"/>
                  <a:pt x="2134007" y="5384254"/>
                </a:cubicBezTo>
                <a:cubicBezTo>
                  <a:pt x="2141593" y="5373670"/>
                  <a:pt x="2151833" y="5368378"/>
                  <a:pt x="2164727" y="5368378"/>
                </a:cubicBezTo>
                <a:cubicBezTo>
                  <a:pt x="2177021" y="5368378"/>
                  <a:pt x="2183596" y="5370376"/>
                  <a:pt x="2184453" y="5374370"/>
                </a:cubicBezTo>
                <a:lnTo>
                  <a:pt x="2191545" y="5407250"/>
                </a:lnTo>
                <a:lnTo>
                  <a:pt x="2216391" y="5407250"/>
                </a:lnTo>
                <a:lnTo>
                  <a:pt x="2217710" y="5356287"/>
                </a:lnTo>
                <a:cubicBezTo>
                  <a:pt x="2207661" y="5353013"/>
                  <a:pt x="2199452" y="5350554"/>
                  <a:pt x="2193083" y="5348909"/>
                </a:cubicBezTo>
                <a:cubicBezTo>
                  <a:pt x="2186714" y="5347265"/>
                  <a:pt x="2179156" y="5346442"/>
                  <a:pt x="2170409" y="5346442"/>
                </a:cubicBezTo>
                <a:close/>
                <a:moveTo>
                  <a:pt x="1740288" y="5346442"/>
                </a:moveTo>
                <a:cubicBezTo>
                  <a:pt x="1725972" y="5346442"/>
                  <a:pt x="1712532" y="5350025"/>
                  <a:pt x="1699967" y="5357189"/>
                </a:cubicBezTo>
                <a:cubicBezTo>
                  <a:pt x="1687402" y="5364353"/>
                  <a:pt x="1677316" y="5374720"/>
                  <a:pt x="1669711" y="5388288"/>
                </a:cubicBezTo>
                <a:cubicBezTo>
                  <a:pt x="1662105" y="5401856"/>
                  <a:pt x="1658302" y="5417826"/>
                  <a:pt x="1658302" y="5436197"/>
                </a:cubicBezTo>
                <a:cubicBezTo>
                  <a:pt x="1658302" y="5462860"/>
                  <a:pt x="1664885" y="5484487"/>
                  <a:pt x="1678052" y="5501076"/>
                </a:cubicBezTo>
                <a:cubicBezTo>
                  <a:pt x="1691219" y="5517665"/>
                  <a:pt x="1710869" y="5525960"/>
                  <a:pt x="1737002" y="5525960"/>
                </a:cubicBezTo>
                <a:cubicBezTo>
                  <a:pt x="1751286" y="5525960"/>
                  <a:pt x="1764694" y="5522439"/>
                  <a:pt x="1777224" y="5515397"/>
                </a:cubicBezTo>
                <a:cubicBezTo>
                  <a:pt x="1789754" y="5508355"/>
                  <a:pt x="1799848" y="5498006"/>
                  <a:pt x="1807504" y="5484350"/>
                </a:cubicBezTo>
                <a:cubicBezTo>
                  <a:pt x="1815161" y="5470694"/>
                  <a:pt x="1818989" y="5454543"/>
                  <a:pt x="1818989" y="5435896"/>
                </a:cubicBezTo>
                <a:cubicBezTo>
                  <a:pt x="1818989" y="5409430"/>
                  <a:pt x="1812406" y="5387904"/>
                  <a:pt x="1799241" y="5371319"/>
                </a:cubicBezTo>
                <a:cubicBezTo>
                  <a:pt x="1786076" y="5354735"/>
                  <a:pt x="1766425" y="5346442"/>
                  <a:pt x="1740288" y="5346442"/>
                </a:cubicBezTo>
                <a:close/>
                <a:moveTo>
                  <a:pt x="5216660" y="5346142"/>
                </a:moveTo>
                <a:cubicBezTo>
                  <a:pt x="5209206" y="5346142"/>
                  <a:pt x="5202188" y="5347628"/>
                  <a:pt x="5195608" y="5350600"/>
                </a:cubicBezTo>
                <a:cubicBezTo>
                  <a:pt x="5189027" y="5353572"/>
                  <a:pt x="5184761" y="5356271"/>
                  <a:pt x="5182809" y="5358696"/>
                </a:cubicBezTo>
                <a:cubicBezTo>
                  <a:pt x="5172360" y="5350527"/>
                  <a:pt x="5156734" y="5346442"/>
                  <a:pt x="5135932" y="5346442"/>
                </a:cubicBezTo>
                <a:cubicBezTo>
                  <a:pt x="5123543" y="5346442"/>
                  <a:pt x="5111770" y="5348840"/>
                  <a:pt x="5100615" y="5353636"/>
                </a:cubicBezTo>
                <a:cubicBezTo>
                  <a:pt x="5089460" y="5358432"/>
                  <a:pt x="5080487" y="5365323"/>
                  <a:pt x="5073698" y="5374308"/>
                </a:cubicBezTo>
                <a:cubicBezTo>
                  <a:pt x="5066908" y="5383293"/>
                  <a:pt x="5063513" y="5393856"/>
                  <a:pt x="5063513" y="5405997"/>
                </a:cubicBezTo>
                <a:cubicBezTo>
                  <a:pt x="5063513" y="5417780"/>
                  <a:pt x="5066317" y="5428010"/>
                  <a:pt x="5071926" y="5436687"/>
                </a:cubicBezTo>
                <a:cubicBezTo>
                  <a:pt x="5077535" y="5445364"/>
                  <a:pt x="5084997" y="5451187"/>
                  <a:pt x="5094312" y="5454156"/>
                </a:cubicBezTo>
                <a:cubicBezTo>
                  <a:pt x="5088076" y="5455988"/>
                  <a:pt x="5082730" y="5460300"/>
                  <a:pt x="5078272" y="5467093"/>
                </a:cubicBezTo>
                <a:cubicBezTo>
                  <a:pt x="5073814" y="5473886"/>
                  <a:pt x="5071586" y="5481129"/>
                  <a:pt x="5071586" y="5488822"/>
                </a:cubicBezTo>
                <a:cubicBezTo>
                  <a:pt x="5071586" y="5501589"/>
                  <a:pt x="5076170" y="5509960"/>
                  <a:pt x="5085340" y="5513935"/>
                </a:cubicBezTo>
                <a:cubicBezTo>
                  <a:pt x="5078355" y="5516357"/>
                  <a:pt x="5071974" y="5521455"/>
                  <a:pt x="5066197" y="5529227"/>
                </a:cubicBezTo>
                <a:cubicBezTo>
                  <a:pt x="5060420" y="5537000"/>
                  <a:pt x="5057531" y="5545559"/>
                  <a:pt x="5057531" y="5554907"/>
                </a:cubicBezTo>
                <a:cubicBezTo>
                  <a:pt x="5057531" y="5570137"/>
                  <a:pt x="5063600" y="5582027"/>
                  <a:pt x="5075739" y="5590578"/>
                </a:cubicBezTo>
                <a:cubicBezTo>
                  <a:pt x="5087877" y="5599128"/>
                  <a:pt x="5107044" y="5603403"/>
                  <a:pt x="5133240" y="5603403"/>
                </a:cubicBezTo>
                <a:cubicBezTo>
                  <a:pt x="5149795" y="5603403"/>
                  <a:pt x="5165194" y="5600585"/>
                  <a:pt x="5179437" y="5594950"/>
                </a:cubicBezTo>
                <a:cubicBezTo>
                  <a:pt x="5193680" y="5589314"/>
                  <a:pt x="5205099" y="5581517"/>
                  <a:pt x="5213694" y="5571559"/>
                </a:cubicBezTo>
                <a:cubicBezTo>
                  <a:pt x="5222289" y="5561600"/>
                  <a:pt x="5226586" y="5550566"/>
                  <a:pt x="5226586" y="5538457"/>
                </a:cubicBezTo>
                <a:cubicBezTo>
                  <a:pt x="5226586" y="5524100"/>
                  <a:pt x="5221577" y="5512977"/>
                  <a:pt x="5211558" y="5505088"/>
                </a:cubicBezTo>
                <a:cubicBezTo>
                  <a:pt x="5201539" y="5497200"/>
                  <a:pt x="5186497" y="5493256"/>
                  <a:pt x="5166431" y="5493256"/>
                </a:cubicBezTo>
                <a:lnTo>
                  <a:pt x="5132641" y="5493256"/>
                </a:lnTo>
                <a:cubicBezTo>
                  <a:pt x="5120804" y="5493256"/>
                  <a:pt x="5112872" y="5492123"/>
                  <a:pt x="5108843" y="5489856"/>
                </a:cubicBezTo>
                <a:cubicBezTo>
                  <a:pt x="5104814" y="5487589"/>
                  <a:pt x="5102798" y="5483358"/>
                  <a:pt x="5102798" y="5477164"/>
                </a:cubicBezTo>
                <a:cubicBezTo>
                  <a:pt x="5102798" y="5474446"/>
                  <a:pt x="5103588" y="5471596"/>
                  <a:pt x="5105166" y="5468615"/>
                </a:cubicBezTo>
                <a:cubicBezTo>
                  <a:pt x="5106744" y="5465634"/>
                  <a:pt x="5108436" y="5463119"/>
                  <a:pt x="5110243" y="5461071"/>
                </a:cubicBezTo>
                <a:cubicBezTo>
                  <a:pt x="5116104" y="5462868"/>
                  <a:pt x="5123470" y="5463767"/>
                  <a:pt x="5132341" y="5463767"/>
                </a:cubicBezTo>
                <a:cubicBezTo>
                  <a:pt x="5145958" y="5463767"/>
                  <a:pt x="5158227" y="5461165"/>
                  <a:pt x="5169145" y="5455963"/>
                </a:cubicBezTo>
                <a:cubicBezTo>
                  <a:pt x="5180064" y="5450761"/>
                  <a:pt x="5188630" y="5443369"/>
                  <a:pt x="5194844" y="5433787"/>
                </a:cubicBezTo>
                <a:cubicBezTo>
                  <a:pt x="5201057" y="5424205"/>
                  <a:pt x="5204163" y="5413248"/>
                  <a:pt x="5204163" y="5400916"/>
                </a:cubicBezTo>
                <a:cubicBezTo>
                  <a:pt x="5204163" y="5390711"/>
                  <a:pt x="5201771" y="5383155"/>
                  <a:pt x="5196987" y="5378246"/>
                </a:cubicBezTo>
                <a:lnTo>
                  <a:pt x="5229876" y="5378246"/>
                </a:lnTo>
                <a:lnTo>
                  <a:pt x="5229876" y="5346142"/>
                </a:lnTo>
                <a:close/>
                <a:moveTo>
                  <a:pt x="4767490" y="5314558"/>
                </a:moveTo>
                <a:cubicBezTo>
                  <a:pt x="4784810" y="5314558"/>
                  <a:pt x="4797452" y="5318031"/>
                  <a:pt x="4805417" y="5324978"/>
                </a:cubicBezTo>
                <a:cubicBezTo>
                  <a:pt x="4813380" y="5331925"/>
                  <a:pt x="4817363" y="5343483"/>
                  <a:pt x="4817363" y="5359654"/>
                </a:cubicBezTo>
                <a:cubicBezTo>
                  <a:pt x="4817363" y="5380678"/>
                  <a:pt x="4812721" y="5395693"/>
                  <a:pt x="4803435" y="5404697"/>
                </a:cubicBezTo>
                <a:cubicBezTo>
                  <a:pt x="4794150" y="5413702"/>
                  <a:pt x="4782069" y="5418204"/>
                  <a:pt x="4767190" y="5418204"/>
                </a:cubicBezTo>
                <a:cubicBezTo>
                  <a:pt x="4753833" y="5418204"/>
                  <a:pt x="4745281" y="5417870"/>
                  <a:pt x="4741535" y="5417204"/>
                </a:cubicBezTo>
                <a:lnTo>
                  <a:pt x="4741535" y="5316353"/>
                </a:lnTo>
                <a:cubicBezTo>
                  <a:pt x="4741071" y="5316353"/>
                  <a:pt x="4743186" y="5316139"/>
                  <a:pt x="4747878" y="5315710"/>
                </a:cubicBezTo>
                <a:cubicBezTo>
                  <a:pt x="4754797" y="5314942"/>
                  <a:pt x="4761334" y="5314558"/>
                  <a:pt x="4767490" y="5314558"/>
                </a:cubicBezTo>
                <a:close/>
                <a:moveTo>
                  <a:pt x="1033691" y="5314558"/>
                </a:moveTo>
                <a:cubicBezTo>
                  <a:pt x="1051010" y="5314558"/>
                  <a:pt x="1063652" y="5318031"/>
                  <a:pt x="1071617" y="5324978"/>
                </a:cubicBezTo>
                <a:cubicBezTo>
                  <a:pt x="1079581" y="5331925"/>
                  <a:pt x="1083563" y="5343483"/>
                  <a:pt x="1083563" y="5359654"/>
                </a:cubicBezTo>
                <a:cubicBezTo>
                  <a:pt x="1083563" y="5380678"/>
                  <a:pt x="1078921" y="5395693"/>
                  <a:pt x="1069636" y="5404697"/>
                </a:cubicBezTo>
                <a:cubicBezTo>
                  <a:pt x="1060350" y="5413702"/>
                  <a:pt x="1048269" y="5418204"/>
                  <a:pt x="1033390" y="5418204"/>
                </a:cubicBezTo>
                <a:cubicBezTo>
                  <a:pt x="1020033" y="5418204"/>
                  <a:pt x="1011481" y="5417870"/>
                  <a:pt x="1007735" y="5417204"/>
                </a:cubicBezTo>
                <a:lnTo>
                  <a:pt x="1007735" y="5316353"/>
                </a:lnTo>
                <a:cubicBezTo>
                  <a:pt x="1007271" y="5316353"/>
                  <a:pt x="1009386" y="5316139"/>
                  <a:pt x="1014079" y="5315710"/>
                </a:cubicBezTo>
                <a:cubicBezTo>
                  <a:pt x="1020997" y="5314942"/>
                  <a:pt x="1027534" y="5314558"/>
                  <a:pt x="1033691" y="5314558"/>
                </a:cubicBezTo>
                <a:close/>
                <a:moveTo>
                  <a:pt x="6500483" y="5313662"/>
                </a:moveTo>
                <a:cubicBezTo>
                  <a:pt x="6518892" y="5313662"/>
                  <a:pt x="6533252" y="5321730"/>
                  <a:pt x="6543565" y="5337865"/>
                </a:cubicBezTo>
                <a:cubicBezTo>
                  <a:pt x="6553878" y="5354001"/>
                  <a:pt x="6559033" y="5376811"/>
                  <a:pt x="6559033" y="5406298"/>
                </a:cubicBezTo>
                <a:cubicBezTo>
                  <a:pt x="6559033" y="5438508"/>
                  <a:pt x="6553670" y="5462897"/>
                  <a:pt x="6542943" y="5479466"/>
                </a:cubicBezTo>
                <a:cubicBezTo>
                  <a:pt x="6532216" y="5496035"/>
                  <a:pt x="6517765" y="5504319"/>
                  <a:pt x="6499588" y="5504319"/>
                </a:cubicBezTo>
                <a:cubicBezTo>
                  <a:pt x="6481214" y="5504319"/>
                  <a:pt x="6466814" y="5495948"/>
                  <a:pt x="6456384" y="5479204"/>
                </a:cubicBezTo>
                <a:cubicBezTo>
                  <a:pt x="6445956" y="5462461"/>
                  <a:pt x="6440742" y="5439354"/>
                  <a:pt x="6440742" y="5409884"/>
                </a:cubicBezTo>
                <a:cubicBezTo>
                  <a:pt x="6440742" y="5377816"/>
                  <a:pt x="6446137" y="5353762"/>
                  <a:pt x="6456926" y="5337722"/>
                </a:cubicBezTo>
                <a:cubicBezTo>
                  <a:pt x="6467714" y="5321682"/>
                  <a:pt x="6482233" y="5313662"/>
                  <a:pt x="6500483" y="5313662"/>
                </a:cubicBezTo>
                <a:close/>
                <a:moveTo>
                  <a:pt x="1365523" y="5307871"/>
                </a:moveTo>
                <a:cubicBezTo>
                  <a:pt x="1364792" y="5310852"/>
                  <a:pt x="1363334" y="5316525"/>
                  <a:pt x="1361148" y="5324890"/>
                </a:cubicBezTo>
                <a:cubicBezTo>
                  <a:pt x="1358962" y="5333254"/>
                  <a:pt x="1357058" y="5339362"/>
                  <a:pt x="1355436" y="5343213"/>
                </a:cubicBezTo>
                <a:cubicBezTo>
                  <a:pt x="1353899" y="5347824"/>
                  <a:pt x="1351821" y="5350865"/>
                  <a:pt x="1349202" y="5352338"/>
                </a:cubicBezTo>
                <a:cubicBezTo>
                  <a:pt x="1347862" y="5353173"/>
                  <a:pt x="1345006" y="5354162"/>
                  <a:pt x="1340634" y="5355305"/>
                </a:cubicBezTo>
                <a:cubicBezTo>
                  <a:pt x="1336262" y="5356448"/>
                  <a:pt x="1332806" y="5357271"/>
                  <a:pt x="1330266" y="5357772"/>
                </a:cubicBezTo>
                <a:lnTo>
                  <a:pt x="1330266" y="5376456"/>
                </a:lnTo>
                <a:lnTo>
                  <a:pt x="1351797" y="5376456"/>
                </a:lnTo>
                <a:lnTo>
                  <a:pt x="1351797" y="5488227"/>
                </a:lnTo>
                <a:cubicBezTo>
                  <a:pt x="1351797" y="5501686"/>
                  <a:pt x="1354892" y="5511289"/>
                  <a:pt x="1361082" y="5517038"/>
                </a:cubicBezTo>
                <a:cubicBezTo>
                  <a:pt x="1367271" y="5522786"/>
                  <a:pt x="1376454" y="5525660"/>
                  <a:pt x="1388630" y="5525660"/>
                </a:cubicBezTo>
                <a:cubicBezTo>
                  <a:pt x="1397701" y="5525660"/>
                  <a:pt x="1407740" y="5523911"/>
                  <a:pt x="1418748" y="5520414"/>
                </a:cubicBezTo>
                <a:cubicBezTo>
                  <a:pt x="1429756" y="5516917"/>
                  <a:pt x="1438176" y="5512860"/>
                  <a:pt x="1444009" y="5508244"/>
                </a:cubicBezTo>
                <a:lnTo>
                  <a:pt x="1438332" y="5490560"/>
                </a:lnTo>
                <a:cubicBezTo>
                  <a:pt x="1432820" y="5492469"/>
                  <a:pt x="1426952" y="5494093"/>
                  <a:pt x="1420727" y="5495433"/>
                </a:cubicBezTo>
                <a:cubicBezTo>
                  <a:pt x="1414502" y="5496772"/>
                  <a:pt x="1408788" y="5497442"/>
                  <a:pt x="1403585" y="5497442"/>
                </a:cubicBezTo>
                <a:cubicBezTo>
                  <a:pt x="1398581" y="5497442"/>
                  <a:pt x="1395258" y="5496943"/>
                  <a:pt x="1393616" y="5495944"/>
                </a:cubicBezTo>
                <a:cubicBezTo>
                  <a:pt x="1391975" y="5494946"/>
                  <a:pt x="1390843" y="5492401"/>
                  <a:pt x="1390221" y="5488310"/>
                </a:cubicBezTo>
                <a:cubicBezTo>
                  <a:pt x="1389599" y="5484219"/>
                  <a:pt x="1389287" y="5476516"/>
                  <a:pt x="1389287" y="5465200"/>
                </a:cubicBezTo>
                <a:lnTo>
                  <a:pt x="1389287" y="5376456"/>
                </a:lnTo>
                <a:lnTo>
                  <a:pt x="1439222" y="5376456"/>
                </a:lnTo>
                <a:lnTo>
                  <a:pt x="1439222" y="5350929"/>
                </a:lnTo>
                <a:lnTo>
                  <a:pt x="1389202" y="5350929"/>
                </a:lnTo>
                <a:lnTo>
                  <a:pt x="1388606" y="5307871"/>
                </a:lnTo>
                <a:close/>
                <a:moveTo>
                  <a:pt x="6631847" y="5294712"/>
                </a:moveTo>
                <a:lnTo>
                  <a:pt x="6631847" y="5315077"/>
                </a:lnTo>
                <a:lnTo>
                  <a:pt x="6656069" y="5318663"/>
                </a:lnTo>
                <a:lnTo>
                  <a:pt x="6656069" y="5499600"/>
                </a:lnTo>
                <a:lnTo>
                  <a:pt x="6631253" y="5502591"/>
                </a:lnTo>
                <a:lnTo>
                  <a:pt x="6631253" y="5522669"/>
                </a:lnTo>
                <a:lnTo>
                  <a:pt x="6796277" y="5522669"/>
                </a:lnTo>
                <a:lnTo>
                  <a:pt x="6807183" y="5449489"/>
                </a:lnTo>
                <a:lnTo>
                  <a:pt x="6783757" y="5446007"/>
                </a:lnTo>
                <a:lnTo>
                  <a:pt x="6765954" y="5496666"/>
                </a:lnTo>
                <a:lnTo>
                  <a:pt x="6694160" y="5498933"/>
                </a:lnTo>
                <a:lnTo>
                  <a:pt x="6694160" y="5318715"/>
                </a:lnTo>
                <a:lnTo>
                  <a:pt x="6723759" y="5315129"/>
                </a:lnTo>
                <a:lnTo>
                  <a:pt x="6723759" y="5294712"/>
                </a:lnTo>
                <a:close/>
                <a:moveTo>
                  <a:pt x="4774663" y="5292621"/>
                </a:moveTo>
                <a:cubicBezTo>
                  <a:pt x="4765313" y="5292621"/>
                  <a:pt x="4754928" y="5293044"/>
                  <a:pt x="4743511" y="5293888"/>
                </a:cubicBezTo>
                <a:cubicBezTo>
                  <a:pt x="4737114" y="5294438"/>
                  <a:pt x="4730255" y="5294712"/>
                  <a:pt x="4722937" y="5294712"/>
                </a:cubicBezTo>
                <a:lnTo>
                  <a:pt x="4680122" y="5294712"/>
                </a:lnTo>
                <a:lnTo>
                  <a:pt x="4680122" y="5315062"/>
                </a:lnTo>
                <a:lnTo>
                  <a:pt x="4703444" y="5318648"/>
                </a:lnTo>
                <a:lnTo>
                  <a:pt x="4703444" y="5499600"/>
                </a:lnTo>
                <a:lnTo>
                  <a:pt x="4678627" y="5502591"/>
                </a:lnTo>
                <a:lnTo>
                  <a:pt x="4678627" y="5522669"/>
                </a:lnTo>
                <a:lnTo>
                  <a:pt x="4782497" y="5522669"/>
                </a:lnTo>
                <a:lnTo>
                  <a:pt x="4782497" y="5502495"/>
                </a:lnTo>
                <a:lnTo>
                  <a:pt x="4741535" y="5499204"/>
                </a:lnTo>
                <a:lnTo>
                  <a:pt x="4741535" y="5438944"/>
                </a:lnTo>
                <a:cubicBezTo>
                  <a:pt x="4740477" y="5439129"/>
                  <a:pt x="4743012" y="5439375"/>
                  <a:pt x="4749138" y="5439683"/>
                </a:cubicBezTo>
                <a:cubicBezTo>
                  <a:pt x="4755264" y="5439991"/>
                  <a:pt x="4761282" y="5440145"/>
                  <a:pt x="4767190" y="5440145"/>
                </a:cubicBezTo>
                <a:cubicBezTo>
                  <a:pt x="4784589" y="5440145"/>
                  <a:pt x="4800053" y="5436943"/>
                  <a:pt x="4813581" y="5430539"/>
                </a:cubicBezTo>
                <a:cubicBezTo>
                  <a:pt x="4827110" y="5424135"/>
                  <a:pt x="4837721" y="5414799"/>
                  <a:pt x="4845412" y="5402533"/>
                </a:cubicBezTo>
                <a:cubicBezTo>
                  <a:pt x="4853104" y="5390266"/>
                  <a:pt x="4856949" y="5375873"/>
                  <a:pt x="4856949" y="5359354"/>
                </a:cubicBezTo>
                <a:cubicBezTo>
                  <a:pt x="4856949" y="5337297"/>
                  <a:pt x="4850659" y="5320712"/>
                  <a:pt x="4838077" y="5309600"/>
                </a:cubicBezTo>
                <a:cubicBezTo>
                  <a:pt x="4825497" y="5298487"/>
                  <a:pt x="4804359" y="5292828"/>
                  <a:pt x="4774663" y="5292621"/>
                </a:cubicBezTo>
                <a:close/>
                <a:moveTo>
                  <a:pt x="1040863" y="5292621"/>
                </a:moveTo>
                <a:cubicBezTo>
                  <a:pt x="1031512" y="5292621"/>
                  <a:pt x="1021129" y="5293044"/>
                  <a:pt x="1009711" y="5293888"/>
                </a:cubicBezTo>
                <a:cubicBezTo>
                  <a:pt x="1003314" y="5294438"/>
                  <a:pt x="996456" y="5294712"/>
                  <a:pt x="989137" y="5294712"/>
                </a:cubicBezTo>
                <a:lnTo>
                  <a:pt x="946322" y="5294712"/>
                </a:lnTo>
                <a:lnTo>
                  <a:pt x="946322" y="5315062"/>
                </a:lnTo>
                <a:lnTo>
                  <a:pt x="969644" y="5318648"/>
                </a:lnTo>
                <a:lnTo>
                  <a:pt x="969644" y="5499600"/>
                </a:lnTo>
                <a:lnTo>
                  <a:pt x="944827" y="5502591"/>
                </a:lnTo>
                <a:lnTo>
                  <a:pt x="944827" y="5522669"/>
                </a:lnTo>
                <a:lnTo>
                  <a:pt x="1048697" y="5522669"/>
                </a:lnTo>
                <a:lnTo>
                  <a:pt x="1048697" y="5502495"/>
                </a:lnTo>
                <a:lnTo>
                  <a:pt x="1007735" y="5499204"/>
                </a:lnTo>
                <a:lnTo>
                  <a:pt x="1007735" y="5438944"/>
                </a:lnTo>
                <a:cubicBezTo>
                  <a:pt x="1006678" y="5439129"/>
                  <a:pt x="1009212" y="5439375"/>
                  <a:pt x="1015338" y="5439683"/>
                </a:cubicBezTo>
                <a:cubicBezTo>
                  <a:pt x="1021464" y="5439991"/>
                  <a:pt x="1027482" y="5440145"/>
                  <a:pt x="1033390" y="5440145"/>
                </a:cubicBezTo>
                <a:cubicBezTo>
                  <a:pt x="1050790" y="5440145"/>
                  <a:pt x="1066253" y="5436943"/>
                  <a:pt x="1079782" y="5430539"/>
                </a:cubicBezTo>
                <a:cubicBezTo>
                  <a:pt x="1093311" y="5424135"/>
                  <a:pt x="1103921" y="5414799"/>
                  <a:pt x="1111612" y="5402533"/>
                </a:cubicBezTo>
                <a:cubicBezTo>
                  <a:pt x="1119304" y="5390266"/>
                  <a:pt x="1123149" y="5375873"/>
                  <a:pt x="1123149" y="5359354"/>
                </a:cubicBezTo>
                <a:cubicBezTo>
                  <a:pt x="1123149" y="5337297"/>
                  <a:pt x="1116859" y="5320712"/>
                  <a:pt x="1104278" y="5309600"/>
                </a:cubicBezTo>
                <a:cubicBezTo>
                  <a:pt x="1091697" y="5298487"/>
                  <a:pt x="1070559" y="5292828"/>
                  <a:pt x="1040863" y="5292621"/>
                </a:cubicBezTo>
                <a:close/>
                <a:moveTo>
                  <a:pt x="6502279" y="5292321"/>
                </a:moveTo>
                <a:cubicBezTo>
                  <a:pt x="6482518" y="5292321"/>
                  <a:pt x="6464806" y="5297216"/>
                  <a:pt x="6449143" y="5307007"/>
                </a:cubicBezTo>
                <a:cubicBezTo>
                  <a:pt x="6433481" y="5316797"/>
                  <a:pt x="6421218" y="5330555"/>
                  <a:pt x="6412356" y="5348281"/>
                </a:cubicBezTo>
                <a:cubicBezTo>
                  <a:pt x="6403493" y="5366007"/>
                  <a:pt x="6399061" y="5386541"/>
                  <a:pt x="6399061" y="5409884"/>
                </a:cubicBezTo>
                <a:cubicBezTo>
                  <a:pt x="6399061" y="5432826"/>
                  <a:pt x="6402754" y="5453065"/>
                  <a:pt x="6410138" y="5470601"/>
                </a:cubicBezTo>
                <a:cubicBezTo>
                  <a:pt x="6417524" y="5488136"/>
                  <a:pt x="6428530" y="5501747"/>
                  <a:pt x="6443159" y="5511432"/>
                </a:cubicBezTo>
                <a:cubicBezTo>
                  <a:pt x="6457788" y="5521117"/>
                  <a:pt x="6475500" y="5525960"/>
                  <a:pt x="6496297" y="5525960"/>
                </a:cubicBezTo>
                <a:cubicBezTo>
                  <a:pt x="6503539" y="5525960"/>
                  <a:pt x="6510723" y="5525162"/>
                  <a:pt x="6517852" y="5523565"/>
                </a:cubicBezTo>
                <a:cubicBezTo>
                  <a:pt x="6524012" y="5524854"/>
                  <a:pt x="6530324" y="5527524"/>
                  <a:pt x="6536788" y="5531575"/>
                </a:cubicBezTo>
                <a:cubicBezTo>
                  <a:pt x="6543252" y="5535626"/>
                  <a:pt x="6551347" y="5541422"/>
                  <a:pt x="6561072" y="5548963"/>
                </a:cubicBezTo>
                <a:cubicBezTo>
                  <a:pt x="6570149" y="5556024"/>
                  <a:pt x="6577962" y="5561720"/>
                  <a:pt x="6584510" y="5566051"/>
                </a:cubicBezTo>
                <a:cubicBezTo>
                  <a:pt x="6591059" y="5570382"/>
                  <a:pt x="6598477" y="5574101"/>
                  <a:pt x="6606768" y="5577209"/>
                </a:cubicBezTo>
                <a:cubicBezTo>
                  <a:pt x="6615057" y="5580318"/>
                  <a:pt x="6623883" y="5581872"/>
                  <a:pt x="6633243" y="5581872"/>
                </a:cubicBezTo>
                <a:cubicBezTo>
                  <a:pt x="6638992" y="5581872"/>
                  <a:pt x="6644564" y="5580847"/>
                  <a:pt x="6649957" y="5578798"/>
                </a:cubicBezTo>
                <a:cubicBezTo>
                  <a:pt x="6655349" y="5576748"/>
                  <a:pt x="6660263" y="5573272"/>
                  <a:pt x="6664699" y="5568370"/>
                </a:cubicBezTo>
                <a:lnTo>
                  <a:pt x="6660308" y="5551559"/>
                </a:lnTo>
                <a:cubicBezTo>
                  <a:pt x="6655901" y="5552159"/>
                  <a:pt x="6652062" y="5552459"/>
                  <a:pt x="6648793" y="5552459"/>
                </a:cubicBezTo>
                <a:cubicBezTo>
                  <a:pt x="6641029" y="5552459"/>
                  <a:pt x="6633380" y="5550912"/>
                  <a:pt x="6625844" y="5547820"/>
                </a:cubicBezTo>
                <a:cubicBezTo>
                  <a:pt x="6618308" y="5544728"/>
                  <a:pt x="6608414" y="5539876"/>
                  <a:pt x="6596162" y="5533266"/>
                </a:cubicBezTo>
                <a:cubicBezTo>
                  <a:pt x="6584687" y="5526624"/>
                  <a:pt x="6574630" y="5521450"/>
                  <a:pt x="6565989" y="5517745"/>
                </a:cubicBezTo>
                <a:cubicBezTo>
                  <a:pt x="6557348" y="5514040"/>
                  <a:pt x="6549287" y="5512085"/>
                  <a:pt x="6541808" y="5511882"/>
                </a:cubicBezTo>
                <a:cubicBezTo>
                  <a:pt x="6559347" y="5506056"/>
                  <a:pt x="6573598" y="5493509"/>
                  <a:pt x="6584563" y="5474242"/>
                </a:cubicBezTo>
                <a:cubicBezTo>
                  <a:pt x="6595528" y="5454974"/>
                  <a:pt x="6601010" y="5432226"/>
                  <a:pt x="6601010" y="5405997"/>
                </a:cubicBezTo>
                <a:cubicBezTo>
                  <a:pt x="6601010" y="5370742"/>
                  <a:pt x="6592575" y="5342982"/>
                  <a:pt x="6575704" y="5322718"/>
                </a:cubicBezTo>
                <a:cubicBezTo>
                  <a:pt x="6558833" y="5302454"/>
                  <a:pt x="6534358" y="5292321"/>
                  <a:pt x="6502279" y="5292321"/>
                </a:cubicBezTo>
                <a:close/>
                <a:moveTo>
                  <a:pt x="6294734" y="5292321"/>
                </a:moveTo>
                <a:cubicBezTo>
                  <a:pt x="6279503" y="5292321"/>
                  <a:pt x="6266124" y="5294918"/>
                  <a:pt x="6254598" y="5300110"/>
                </a:cubicBezTo>
                <a:cubicBezTo>
                  <a:pt x="6243070" y="5305303"/>
                  <a:pt x="6234211" y="5312467"/>
                  <a:pt x="6228018" y="5321601"/>
                </a:cubicBezTo>
                <a:cubicBezTo>
                  <a:pt x="6221825" y="5330736"/>
                  <a:pt x="6218729" y="5341027"/>
                  <a:pt x="6218729" y="5352477"/>
                </a:cubicBezTo>
                <a:cubicBezTo>
                  <a:pt x="6218729" y="5365310"/>
                  <a:pt x="6221917" y="5376274"/>
                  <a:pt x="6228291" y="5385369"/>
                </a:cubicBezTo>
                <a:cubicBezTo>
                  <a:pt x="6234668" y="5394464"/>
                  <a:pt x="6242121" y="5401683"/>
                  <a:pt x="6250654" y="5407029"/>
                </a:cubicBezTo>
                <a:cubicBezTo>
                  <a:pt x="6259187" y="5412374"/>
                  <a:pt x="6268479" y="5417289"/>
                  <a:pt x="6278532" y="5421776"/>
                </a:cubicBezTo>
                <a:cubicBezTo>
                  <a:pt x="6291996" y="5427637"/>
                  <a:pt x="6302162" y="5432502"/>
                  <a:pt x="6309028" y="5436370"/>
                </a:cubicBezTo>
                <a:cubicBezTo>
                  <a:pt x="6315894" y="5440239"/>
                  <a:pt x="6321299" y="5444742"/>
                  <a:pt x="6325242" y="5449879"/>
                </a:cubicBezTo>
                <a:cubicBezTo>
                  <a:pt x="6329186" y="5455016"/>
                  <a:pt x="6331157" y="5461120"/>
                  <a:pt x="6331157" y="5468191"/>
                </a:cubicBezTo>
                <a:cubicBezTo>
                  <a:pt x="6331157" y="5479380"/>
                  <a:pt x="6327528" y="5488099"/>
                  <a:pt x="6320267" y="5494349"/>
                </a:cubicBezTo>
                <a:cubicBezTo>
                  <a:pt x="6313008" y="5500599"/>
                  <a:pt x="6302204" y="5503724"/>
                  <a:pt x="6287856" y="5503724"/>
                </a:cubicBezTo>
                <a:cubicBezTo>
                  <a:pt x="6278941" y="5503724"/>
                  <a:pt x="6270862" y="5502548"/>
                  <a:pt x="6263620" y="5500197"/>
                </a:cubicBezTo>
                <a:cubicBezTo>
                  <a:pt x="6256378" y="5497846"/>
                  <a:pt x="6251466" y="5495455"/>
                  <a:pt x="6248885" y="5493023"/>
                </a:cubicBezTo>
                <a:lnTo>
                  <a:pt x="6243598" y="5452589"/>
                </a:lnTo>
                <a:lnTo>
                  <a:pt x="6218848" y="5452589"/>
                </a:lnTo>
                <a:lnTo>
                  <a:pt x="6216338" y="5512301"/>
                </a:lnTo>
                <a:cubicBezTo>
                  <a:pt x="6220818" y="5512609"/>
                  <a:pt x="6225901" y="5513806"/>
                  <a:pt x="6231587" y="5515892"/>
                </a:cubicBezTo>
                <a:cubicBezTo>
                  <a:pt x="6241547" y="5518940"/>
                  <a:pt x="6250700" y="5521380"/>
                  <a:pt x="6259046" y="5523212"/>
                </a:cubicBezTo>
                <a:cubicBezTo>
                  <a:pt x="6267391" y="5525044"/>
                  <a:pt x="6276895" y="5525960"/>
                  <a:pt x="6287557" y="5525960"/>
                </a:cubicBezTo>
                <a:cubicBezTo>
                  <a:pt x="6305197" y="5525960"/>
                  <a:pt x="6320283" y="5522697"/>
                  <a:pt x="6332814" y="5516171"/>
                </a:cubicBezTo>
                <a:cubicBezTo>
                  <a:pt x="6345346" y="5509645"/>
                  <a:pt x="6354701" y="5501251"/>
                  <a:pt x="6360878" y="5490989"/>
                </a:cubicBezTo>
                <a:cubicBezTo>
                  <a:pt x="6367054" y="5480727"/>
                  <a:pt x="6370143" y="5470039"/>
                  <a:pt x="6370143" y="5458923"/>
                </a:cubicBezTo>
                <a:cubicBezTo>
                  <a:pt x="6370143" y="5447268"/>
                  <a:pt x="6367055" y="5437201"/>
                  <a:pt x="6360881" y="5428722"/>
                </a:cubicBezTo>
                <a:cubicBezTo>
                  <a:pt x="6354705" y="5420243"/>
                  <a:pt x="6347443" y="5413459"/>
                  <a:pt x="6339096" y="5408369"/>
                </a:cubicBezTo>
                <a:cubicBezTo>
                  <a:pt x="6330750" y="5403280"/>
                  <a:pt x="6319978" y="5397589"/>
                  <a:pt x="6306782" y="5391296"/>
                </a:cubicBezTo>
                <a:cubicBezTo>
                  <a:pt x="6293144" y="5384863"/>
                  <a:pt x="6283193" y="5379789"/>
                  <a:pt x="6276931" y="5376072"/>
                </a:cubicBezTo>
                <a:cubicBezTo>
                  <a:pt x="6270671" y="5372356"/>
                  <a:pt x="6265554" y="5368003"/>
                  <a:pt x="6261581" y="5363014"/>
                </a:cubicBezTo>
                <a:cubicBezTo>
                  <a:pt x="6257610" y="5358024"/>
                  <a:pt x="6255623" y="5351821"/>
                  <a:pt x="6255623" y="5344404"/>
                </a:cubicBezTo>
                <a:cubicBezTo>
                  <a:pt x="6255623" y="5334403"/>
                  <a:pt x="6258836" y="5326779"/>
                  <a:pt x="6265259" y="5321532"/>
                </a:cubicBezTo>
                <a:cubicBezTo>
                  <a:pt x="6271681" y="5316286"/>
                  <a:pt x="6281407" y="5313662"/>
                  <a:pt x="6294434" y="5313662"/>
                </a:cubicBezTo>
                <a:cubicBezTo>
                  <a:pt x="6301466" y="5313662"/>
                  <a:pt x="6307932" y="5314505"/>
                  <a:pt x="6313831" y="5316191"/>
                </a:cubicBezTo>
                <a:cubicBezTo>
                  <a:pt x="6319730" y="5317877"/>
                  <a:pt x="6323266" y="5319306"/>
                  <a:pt x="6324437" y="5320477"/>
                </a:cubicBezTo>
                <a:lnTo>
                  <a:pt x="6330667" y="5358811"/>
                </a:lnTo>
                <a:lnTo>
                  <a:pt x="6354441" y="5358811"/>
                </a:lnTo>
                <a:lnTo>
                  <a:pt x="6356390" y="5303213"/>
                </a:lnTo>
                <a:cubicBezTo>
                  <a:pt x="6352084" y="5302591"/>
                  <a:pt x="6348088" y="5301637"/>
                  <a:pt x="6344402" y="5300351"/>
                </a:cubicBezTo>
                <a:cubicBezTo>
                  <a:pt x="6335077" y="5297862"/>
                  <a:pt x="6326783" y="5295901"/>
                  <a:pt x="6319520" y="5294469"/>
                </a:cubicBezTo>
                <a:cubicBezTo>
                  <a:pt x="6312257" y="5293037"/>
                  <a:pt x="6303995" y="5292321"/>
                  <a:pt x="6294734" y="5292321"/>
                </a:cubicBezTo>
                <a:close/>
                <a:moveTo>
                  <a:pt x="1502654" y="5271990"/>
                </a:moveTo>
                <a:lnTo>
                  <a:pt x="1500906" y="5272014"/>
                </a:lnTo>
                <a:lnTo>
                  <a:pt x="1449309" y="5278024"/>
                </a:lnTo>
                <a:lnTo>
                  <a:pt x="1449309" y="5295979"/>
                </a:lnTo>
                <a:lnTo>
                  <a:pt x="1474427" y="5299265"/>
                </a:lnTo>
                <a:lnTo>
                  <a:pt x="1474427" y="5500224"/>
                </a:lnTo>
                <a:lnTo>
                  <a:pt x="1456486" y="5502619"/>
                </a:lnTo>
                <a:lnTo>
                  <a:pt x="1456486" y="5522669"/>
                </a:lnTo>
                <a:lnTo>
                  <a:pt x="1532248" y="5522669"/>
                </a:lnTo>
                <a:lnTo>
                  <a:pt x="1532248" y="5502619"/>
                </a:lnTo>
                <a:lnTo>
                  <a:pt x="1511617" y="5499928"/>
                </a:lnTo>
                <a:lnTo>
                  <a:pt x="1511617" y="5390462"/>
                </a:lnTo>
                <a:cubicBezTo>
                  <a:pt x="1516821" y="5386433"/>
                  <a:pt x="1523354" y="5382692"/>
                  <a:pt x="1531215" y="5379239"/>
                </a:cubicBezTo>
                <a:cubicBezTo>
                  <a:pt x="1539076" y="5375787"/>
                  <a:pt x="1546378" y="5374060"/>
                  <a:pt x="1553122" y="5374060"/>
                </a:cubicBezTo>
                <a:cubicBezTo>
                  <a:pt x="1561164" y="5374060"/>
                  <a:pt x="1567104" y="5375499"/>
                  <a:pt x="1570941" y="5378377"/>
                </a:cubicBezTo>
                <a:cubicBezTo>
                  <a:pt x="1574778" y="5381256"/>
                  <a:pt x="1577443" y="5385817"/>
                  <a:pt x="1578935" y="5392062"/>
                </a:cubicBezTo>
                <a:cubicBezTo>
                  <a:pt x="1580427" y="5398308"/>
                  <a:pt x="1581173" y="5407139"/>
                  <a:pt x="1581173" y="5418556"/>
                </a:cubicBezTo>
                <a:lnTo>
                  <a:pt x="1581173" y="5499943"/>
                </a:lnTo>
                <a:lnTo>
                  <a:pt x="1561737" y="5502633"/>
                </a:lnTo>
                <a:lnTo>
                  <a:pt x="1561737" y="5522669"/>
                </a:lnTo>
                <a:lnTo>
                  <a:pt x="1639295" y="5522669"/>
                </a:lnTo>
                <a:lnTo>
                  <a:pt x="1639295" y="5502614"/>
                </a:lnTo>
                <a:lnTo>
                  <a:pt x="1618364" y="5499924"/>
                </a:lnTo>
                <a:lnTo>
                  <a:pt x="1618364" y="5418856"/>
                </a:lnTo>
                <a:cubicBezTo>
                  <a:pt x="1618364" y="5401965"/>
                  <a:pt x="1616904" y="5388359"/>
                  <a:pt x="1613985" y="5378037"/>
                </a:cubicBezTo>
                <a:cubicBezTo>
                  <a:pt x="1611065" y="5367715"/>
                  <a:pt x="1605833" y="5359969"/>
                  <a:pt x="1598290" y="5354798"/>
                </a:cubicBezTo>
                <a:cubicBezTo>
                  <a:pt x="1590746" y="5349628"/>
                  <a:pt x="1580375" y="5347043"/>
                  <a:pt x="1567176" y="5347043"/>
                </a:cubicBezTo>
                <a:cubicBezTo>
                  <a:pt x="1555327" y="5347043"/>
                  <a:pt x="1543646" y="5349714"/>
                  <a:pt x="1532131" y="5355058"/>
                </a:cubicBezTo>
                <a:cubicBezTo>
                  <a:pt x="1520617" y="5360401"/>
                  <a:pt x="1513281" y="5365700"/>
                  <a:pt x="1510122" y="5370955"/>
                </a:cubicBezTo>
                <a:lnTo>
                  <a:pt x="1511317" y="5347766"/>
                </a:lnTo>
                <a:lnTo>
                  <a:pt x="1511317" y="5277901"/>
                </a:lnTo>
                <a:close/>
                <a:moveTo>
                  <a:pt x="7575798" y="5049020"/>
                </a:moveTo>
                <a:lnTo>
                  <a:pt x="7596372" y="5049020"/>
                </a:lnTo>
                <a:cubicBezTo>
                  <a:pt x="7609145" y="5049020"/>
                  <a:pt x="7618458" y="5051541"/>
                  <a:pt x="7624311" y="5056582"/>
                </a:cubicBezTo>
                <a:cubicBezTo>
                  <a:pt x="7630164" y="5061624"/>
                  <a:pt x="7633091" y="5069749"/>
                  <a:pt x="7633091" y="5080957"/>
                </a:cubicBezTo>
                <a:cubicBezTo>
                  <a:pt x="7633091" y="5091968"/>
                  <a:pt x="7630205" y="5100044"/>
                  <a:pt x="7624433" y="5105186"/>
                </a:cubicBezTo>
                <a:cubicBezTo>
                  <a:pt x="7618661" y="5110328"/>
                  <a:pt x="7609804" y="5112899"/>
                  <a:pt x="7597863" y="5112899"/>
                </a:cubicBezTo>
                <a:cubicBezTo>
                  <a:pt x="7590687" y="5112899"/>
                  <a:pt x="7583332" y="5112427"/>
                  <a:pt x="7575798" y="5111485"/>
                </a:cubicBezTo>
                <a:close/>
                <a:moveTo>
                  <a:pt x="8158376" y="5047524"/>
                </a:moveTo>
                <a:lnTo>
                  <a:pt x="8158376" y="5094663"/>
                </a:lnTo>
                <a:cubicBezTo>
                  <a:pt x="8153626" y="5098394"/>
                  <a:pt x="8148046" y="5101767"/>
                  <a:pt x="8141636" y="5104784"/>
                </a:cubicBezTo>
                <a:cubicBezTo>
                  <a:pt x="8135225" y="5107800"/>
                  <a:pt x="8129661" y="5109308"/>
                  <a:pt x="8124943" y="5109308"/>
                </a:cubicBezTo>
                <a:cubicBezTo>
                  <a:pt x="8116834" y="5109308"/>
                  <a:pt x="8110431" y="5107047"/>
                  <a:pt x="8105733" y="5102526"/>
                </a:cubicBezTo>
                <a:cubicBezTo>
                  <a:pt x="8101036" y="5098005"/>
                  <a:pt x="8098687" y="5090715"/>
                  <a:pt x="8098687" y="5080657"/>
                </a:cubicBezTo>
                <a:cubicBezTo>
                  <a:pt x="8098687" y="5071046"/>
                  <a:pt x="8103855" y="5063121"/>
                  <a:pt x="8114189" y="5056882"/>
                </a:cubicBezTo>
                <a:cubicBezTo>
                  <a:pt x="8124524" y="5050644"/>
                  <a:pt x="8139253" y="5047524"/>
                  <a:pt x="8158376" y="5047524"/>
                </a:cubicBezTo>
                <a:close/>
                <a:moveTo>
                  <a:pt x="6815351" y="5047524"/>
                </a:moveTo>
                <a:lnTo>
                  <a:pt x="6815351" y="5094663"/>
                </a:lnTo>
                <a:cubicBezTo>
                  <a:pt x="6810601" y="5098394"/>
                  <a:pt x="6805021" y="5101767"/>
                  <a:pt x="6798611" y="5104784"/>
                </a:cubicBezTo>
                <a:cubicBezTo>
                  <a:pt x="6792200" y="5107800"/>
                  <a:pt x="6786636" y="5109308"/>
                  <a:pt x="6781918" y="5109308"/>
                </a:cubicBezTo>
                <a:cubicBezTo>
                  <a:pt x="6773809" y="5109308"/>
                  <a:pt x="6767407" y="5107047"/>
                  <a:pt x="6762709" y="5102526"/>
                </a:cubicBezTo>
                <a:cubicBezTo>
                  <a:pt x="6758011" y="5098005"/>
                  <a:pt x="6755663" y="5090715"/>
                  <a:pt x="6755663" y="5080657"/>
                </a:cubicBezTo>
                <a:cubicBezTo>
                  <a:pt x="6755663" y="5071046"/>
                  <a:pt x="6760830" y="5063121"/>
                  <a:pt x="6771164" y="5056882"/>
                </a:cubicBezTo>
                <a:cubicBezTo>
                  <a:pt x="6781500" y="5050644"/>
                  <a:pt x="6796228" y="5047524"/>
                  <a:pt x="6815351" y="5047524"/>
                </a:cubicBezTo>
                <a:close/>
                <a:moveTo>
                  <a:pt x="3776876" y="5047524"/>
                </a:moveTo>
                <a:lnTo>
                  <a:pt x="3776876" y="5094663"/>
                </a:lnTo>
                <a:cubicBezTo>
                  <a:pt x="3772126" y="5098394"/>
                  <a:pt x="3766547" y="5101767"/>
                  <a:pt x="3760136" y="5104784"/>
                </a:cubicBezTo>
                <a:cubicBezTo>
                  <a:pt x="3753726" y="5107800"/>
                  <a:pt x="3748162" y="5109308"/>
                  <a:pt x="3743444" y="5109308"/>
                </a:cubicBezTo>
                <a:cubicBezTo>
                  <a:pt x="3735335" y="5109308"/>
                  <a:pt x="3728931" y="5107047"/>
                  <a:pt x="3724234" y="5102526"/>
                </a:cubicBezTo>
                <a:cubicBezTo>
                  <a:pt x="3719537" y="5098005"/>
                  <a:pt x="3717188" y="5090715"/>
                  <a:pt x="3717188" y="5080657"/>
                </a:cubicBezTo>
                <a:cubicBezTo>
                  <a:pt x="3717188" y="5071046"/>
                  <a:pt x="3722355" y="5063121"/>
                  <a:pt x="3732690" y="5056882"/>
                </a:cubicBezTo>
                <a:cubicBezTo>
                  <a:pt x="3743024" y="5050644"/>
                  <a:pt x="3757754" y="5047524"/>
                  <a:pt x="3776876" y="5047524"/>
                </a:cubicBezTo>
                <a:close/>
                <a:moveTo>
                  <a:pt x="2614827" y="5047524"/>
                </a:moveTo>
                <a:lnTo>
                  <a:pt x="2614827" y="5094663"/>
                </a:lnTo>
                <a:cubicBezTo>
                  <a:pt x="2610077" y="5098394"/>
                  <a:pt x="2604497" y="5101767"/>
                  <a:pt x="2598086" y="5104784"/>
                </a:cubicBezTo>
                <a:cubicBezTo>
                  <a:pt x="2591676" y="5107800"/>
                  <a:pt x="2586112" y="5109308"/>
                  <a:pt x="2581394" y="5109308"/>
                </a:cubicBezTo>
                <a:cubicBezTo>
                  <a:pt x="2573285" y="5109308"/>
                  <a:pt x="2566882" y="5107047"/>
                  <a:pt x="2562184" y="5102526"/>
                </a:cubicBezTo>
                <a:cubicBezTo>
                  <a:pt x="2557487" y="5098005"/>
                  <a:pt x="2555138" y="5090715"/>
                  <a:pt x="2555138" y="5080657"/>
                </a:cubicBezTo>
                <a:cubicBezTo>
                  <a:pt x="2555138" y="5071046"/>
                  <a:pt x="2560305" y="5063121"/>
                  <a:pt x="2570640" y="5056882"/>
                </a:cubicBezTo>
                <a:cubicBezTo>
                  <a:pt x="2580975" y="5050644"/>
                  <a:pt x="2595704" y="5047524"/>
                  <a:pt x="2614827" y="5047524"/>
                </a:cubicBezTo>
                <a:close/>
                <a:moveTo>
                  <a:pt x="1719476" y="5047524"/>
                </a:moveTo>
                <a:lnTo>
                  <a:pt x="1719476" y="5094663"/>
                </a:lnTo>
                <a:cubicBezTo>
                  <a:pt x="1714727" y="5098394"/>
                  <a:pt x="1709147" y="5101767"/>
                  <a:pt x="1702736" y="5104784"/>
                </a:cubicBezTo>
                <a:cubicBezTo>
                  <a:pt x="1696326" y="5107800"/>
                  <a:pt x="1690762" y="5109308"/>
                  <a:pt x="1686044" y="5109308"/>
                </a:cubicBezTo>
                <a:cubicBezTo>
                  <a:pt x="1677935" y="5109308"/>
                  <a:pt x="1671531" y="5107047"/>
                  <a:pt x="1666834" y="5102526"/>
                </a:cubicBezTo>
                <a:cubicBezTo>
                  <a:pt x="1662137" y="5098005"/>
                  <a:pt x="1659788" y="5090715"/>
                  <a:pt x="1659788" y="5080657"/>
                </a:cubicBezTo>
                <a:cubicBezTo>
                  <a:pt x="1659788" y="5071046"/>
                  <a:pt x="1664955" y="5063121"/>
                  <a:pt x="1675290" y="5056882"/>
                </a:cubicBezTo>
                <a:cubicBezTo>
                  <a:pt x="1685624" y="5050644"/>
                  <a:pt x="1700353" y="5047524"/>
                  <a:pt x="1719476" y="5047524"/>
                </a:cubicBezTo>
                <a:close/>
                <a:moveTo>
                  <a:pt x="1186076" y="5047524"/>
                </a:moveTo>
                <a:lnTo>
                  <a:pt x="1186076" y="5094663"/>
                </a:lnTo>
                <a:cubicBezTo>
                  <a:pt x="1181327" y="5098394"/>
                  <a:pt x="1175747" y="5101767"/>
                  <a:pt x="1169336" y="5104784"/>
                </a:cubicBezTo>
                <a:cubicBezTo>
                  <a:pt x="1162926" y="5107800"/>
                  <a:pt x="1157362" y="5109308"/>
                  <a:pt x="1152644" y="5109308"/>
                </a:cubicBezTo>
                <a:cubicBezTo>
                  <a:pt x="1144535" y="5109308"/>
                  <a:pt x="1138132" y="5107047"/>
                  <a:pt x="1133434" y="5102526"/>
                </a:cubicBezTo>
                <a:cubicBezTo>
                  <a:pt x="1128737" y="5098005"/>
                  <a:pt x="1126388" y="5090715"/>
                  <a:pt x="1126388" y="5080657"/>
                </a:cubicBezTo>
                <a:cubicBezTo>
                  <a:pt x="1126388" y="5071046"/>
                  <a:pt x="1131555" y="5063121"/>
                  <a:pt x="1141890" y="5056882"/>
                </a:cubicBezTo>
                <a:cubicBezTo>
                  <a:pt x="1152225" y="5050644"/>
                  <a:pt x="1166954" y="5047524"/>
                  <a:pt x="1186076" y="5047524"/>
                </a:cubicBezTo>
                <a:close/>
                <a:moveTo>
                  <a:pt x="7413045" y="4982640"/>
                </a:moveTo>
                <a:cubicBezTo>
                  <a:pt x="7424979" y="4982640"/>
                  <a:pt x="7434830" y="4987600"/>
                  <a:pt x="7442598" y="4997520"/>
                </a:cubicBezTo>
                <a:cubicBezTo>
                  <a:pt x="7450366" y="5007441"/>
                  <a:pt x="7454250" y="5022794"/>
                  <a:pt x="7454250" y="5043581"/>
                </a:cubicBezTo>
                <a:cubicBezTo>
                  <a:pt x="7454250" y="5067514"/>
                  <a:pt x="7449758" y="5085250"/>
                  <a:pt x="7440774" y="5096787"/>
                </a:cubicBezTo>
                <a:cubicBezTo>
                  <a:pt x="7431790" y="5108325"/>
                  <a:pt x="7420156" y="5114094"/>
                  <a:pt x="7405872" y="5114094"/>
                </a:cubicBezTo>
                <a:cubicBezTo>
                  <a:pt x="7399388" y="5114094"/>
                  <a:pt x="7393591" y="5113243"/>
                  <a:pt x="7388479" y="5111539"/>
                </a:cubicBezTo>
                <a:cubicBezTo>
                  <a:pt x="7383367" y="5109836"/>
                  <a:pt x="7380413" y="5108300"/>
                  <a:pt x="7379616" y="5106932"/>
                </a:cubicBezTo>
                <a:lnTo>
                  <a:pt x="7379616" y="4996080"/>
                </a:lnTo>
                <a:cubicBezTo>
                  <a:pt x="7382420" y="4993117"/>
                  <a:pt x="7386915" y="4990137"/>
                  <a:pt x="7393102" y="4987138"/>
                </a:cubicBezTo>
                <a:cubicBezTo>
                  <a:pt x="7399288" y="4984139"/>
                  <a:pt x="7405936" y="4982640"/>
                  <a:pt x="7413045" y="4982640"/>
                </a:cubicBezTo>
                <a:close/>
                <a:moveTo>
                  <a:pt x="3574470" y="4982640"/>
                </a:moveTo>
                <a:cubicBezTo>
                  <a:pt x="3586405" y="4982640"/>
                  <a:pt x="3596257" y="4987600"/>
                  <a:pt x="3604024" y="4997520"/>
                </a:cubicBezTo>
                <a:cubicBezTo>
                  <a:pt x="3611792" y="5007441"/>
                  <a:pt x="3615676" y="5022794"/>
                  <a:pt x="3615676" y="5043581"/>
                </a:cubicBezTo>
                <a:cubicBezTo>
                  <a:pt x="3615676" y="5067514"/>
                  <a:pt x="3611183" y="5085250"/>
                  <a:pt x="3602200" y="5096787"/>
                </a:cubicBezTo>
                <a:cubicBezTo>
                  <a:pt x="3593216" y="5108325"/>
                  <a:pt x="3581582" y="5114094"/>
                  <a:pt x="3567298" y="5114094"/>
                </a:cubicBezTo>
                <a:cubicBezTo>
                  <a:pt x="3560814" y="5114094"/>
                  <a:pt x="3555017" y="5113243"/>
                  <a:pt x="3549906" y="5111539"/>
                </a:cubicBezTo>
                <a:cubicBezTo>
                  <a:pt x="3544793" y="5109836"/>
                  <a:pt x="3541839" y="5108300"/>
                  <a:pt x="3541042" y="5106932"/>
                </a:cubicBezTo>
                <a:lnTo>
                  <a:pt x="3541042" y="4996080"/>
                </a:lnTo>
                <a:cubicBezTo>
                  <a:pt x="3543846" y="4993117"/>
                  <a:pt x="3548340" y="4990137"/>
                  <a:pt x="3554527" y="4987138"/>
                </a:cubicBezTo>
                <a:cubicBezTo>
                  <a:pt x="3560714" y="4984139"/>
                  <a:pt x="3567362" y="4982640"/>
                  <a:pt x="3574470" y="4982640"/>
                </a:cubicBezTo>
                <a:close/>
                <a:moveTo>
                  <a:pt x="3041070" y="4982640"/>
                </a:moveTo>
                <a:cubicBezTo>
                  <a:pt x="3053005" y="4982640"/>
                  <a:pt x="3062856" y="4987600"/>
                  <a:pt x="3070624" y="4997520"/>
                </a:cubicBezTo>
                <a:cubicBezTo>
                  <a:pt x="3078392" y="5007441"/>
                  <a:pt x="3082275" y="5022794"/>
                  <a:pt x="3082275" y="5043581"/>
                </a:cubicBezTo>
                <a:cubicBezTo>
                  <a:pt x="3082275" y="5067514"/>
                  <a:pt x="3077784" y="5085250"/>
                  <a:pt x="3068800" y="5096787"/>
                </a:cubicBezTo>
                <a:cubicBezTo>
                  <a:pt x="3059816" y="5108325"/>
                  <a:pt x="3048182" y="5114094"/>
                  <a:pt x="3033898" y="5114094"/>
                </a:cubicBezTo>
                <a:cubicBezTo>
                  <a:pt x="3027415" y="5114094"/>
                  <a:pt x="3021617" y="5113243"/>
                  <a:pt x="3016506" y="5111539"/>
                </a:cubicBezTo>
                <a:cubicBezTo>
                  <a:pt x="3011393" y="5109836"/>
                  <a:pt x="3008439" y="5108300"/>
                  <a:pt x="3007642" y="5106932"/>
                </a:cubicBezTo>
                <a:lnTo>
                  <a:pt x="3007642" y="4996080"/>
                </a:lnTo>
                <a:cubicBezTo>
                  <a:pt x="3010446" y="4993117"/>
                  <a:pt x="3014941" y="4990137"/>
                  <a:pt x="3021127" y="4987138"/>
                </a:cubicBezTo>
                <a:cubicBezTo>
                  <a:pt x="3027314" y="4984139"/>
                  <a:pt x="3033962" y="4982640"/>
                  <a:pt x="3041070" y="4982640"/>
                </a:cubicBezTo>
                <a:close/>
                <a:moveTo>
                  <a:pt x="1517070" y="4982640"/>
                </a:moveTo>
                <a:cubicBezTo>
                  <a:pt x="1529005" y="4982640"/>
                  <a:pt x="1538856" y="4987600"/>
                  <a:pt x="1546624" y="4997520"/>
                </a:cubicBezTo>
                <a:cubicBezTo>
                  <a:pt x="1554391" y="5007441"/>
                  <a:pt x="1558275" y="5022794"/>
                  <a:pt x="1558275" y="5043581"/>
                </a:cubicBezTo>
                <a:cubicBezTo>
                  <a:pt x="1558275" y="5067514"/>
                  <a:pt x="1553783" y="5085250"/>
                  <a:pt x="1544800" y="5096787"/>
                </a:cubicBezTo>
                <a:cubicBezTo>
                  <a:pt x="1535816" y="5108325"/>
                  <a:pt x="1524182" y="5114094"/>
                  <a:pt x="1509898" y="5114094"/>
                </a:cubicBezTo>
                <a:cubicBezTo>
                  <a:pt x="1503415" y="5114094"/>
                  <a:pt x="1497617" y="5113243"/>
                  <a:pt x="1492505" y="5111539"/>
                </a:cubicBezTo>
                <a:cubicBezTo>
                  <a:pt x="1487393" y="5109836"/>
                  <a:pt x="1484439" y="5108300"/>
                  <a:pt x="1483642" y="5106932"/>
                </a:cubicBezTo>
                <a:lnTo>
                  <a:pt x="1483642" y="4996080"/>
                </a:lnTo>
                <a:cubicBezTo>
                  <a:pt x="1486446" y="4993117"/>
                  <a:pt x="1490941" y="4990137"/>
                  <a:pt x="1497127" y="4987138"/>
                </a:cubicBezTo>
                <a:cubicBezTo>
                  <a:pt x="1503314" y="4984139"/>
                  <a:pt x="1509961" y="4982640"/>
                  <a:pt x="1517070" y="4982640"/>
                </a:cubicBezTo>
                <a:close/>
                <a:moveTo>
                  <a:pt x="1860227" y="4981744"/>
                </a:moveTo>
                <a:cubicBezTo>
                  <a:pt x="1873292" y="4981744"/>
                  <a:pt x="1882629" y="4985789"/>
                  <a:pt x="1888238" y="4993879"/>
                </a:cubicBezTo>
                <a:cubicBezTo>
                  <a:pt x="1893847" y="5001969"/>
                  <a:pt x="1896651" y="5016344"/>
                  <a:pt x="1896651" y="5037004"/>
                </a:cubicBezTo>
                <a:cubicBezTo>
                  <a:pt x="1896651" y="5062950"/>
                  <a:pt x="1893683" y="5082235"/>
                  <a:pt x="1887747" y="5094859"/>
                </a:cubicBezTo>
                <a:cubicBezTo>
                  <a:pt x="1881812" y="5107482"/>
                  <a:pt x="1871941" y="5113794"/>
                  <a:pt x="1858137" y="5113794"/>
                </a:cubicBezTo>
                <a:cubicBezTo>
                  <a:pt x="1849193" y="5113794"/>
                  <a:pt x="1841860" y="5110148"/>
                  <a:pt x="1836139" y="5102855"/>
                </a:cubicBezTo>
                <a:cubicBezTo>
                  <a:pt x="1830417" y="5095562"/>
                  <a:pt x="1826084" y="5083577"/>
                  <a:pt x="1823139" y="5066900"/>
                </a:cubicBezTo>
                <a:cubicBezTo>
                  <a:pt x="1820195" y="5050224"/>
                  <a:pt x="1818722" y="5028357"/>
                  <a:pt x="1818722" y="5001299"/>
                </a:cubicBezTo>
                <a:cubicBezTo>
                  <a:pt x="1819824" y="4999372"/>
                  <a:pt x="1822389" y="4996815"/>
                  <a:pt x="1826418" y="4993629"/>
                </a:cubicBezTo>
                <a:cubicBezTo>
                  <a:pt x="1830447" y="4990443"/>
                  <a:pt x="1835400" y="4987666"/>
                  <a:pt x="1841275" y="4985297"/>
                </a:cubicBezTo>
                <a:cubicBezTo>
                  <a:pt x="1847150" y="4982929"/>
                  <a:pt x="1853468" y="4981744"/>
                  <a:pt x="1860227" y="4981744"/>
                </a:cubicBezTo>
                <a:close/>
                <a:moveTo>
                  <a:pt x="5444018" y="4978754"/>
                </a:moveTo>
                <a:cubicBezTo>
                  <a:pt x="5457724" y="4978754"/>
                  <a:pt x="5467769" y="4984856"/>
                  <a:pt x="5474152" y="4997061"/>
                </a:cubicBezTo>
                <a:cubicBezTo>
                  <a:pt x="5480536" y="5009265"/>
                  <a:pt x="5483727" y="5026167"/>
                  <a:pt x="5483727" y="5047767"/>
                </a:cubicBezTo>
                <a:cubicBezTo>
                  <a:pt x="5483727" y="5069608"/>
                  <a:pt x="5480258" y="5085873"/>
                  <a:pt x="5473319" y="5096564"/>
                </a:cubicBezTo>
                <a:cubicBezTo>
                  <a:pt x="5466380" y="5107254"/>
                  <a:pt x="5456613" y="5112599"/>
                  <a:pt x="5444018" y="5112599"/>
                </a:cubicBezTo>
                <a:cubicBezTo>
                  <a:pt x="5430521" y="5112599"/>
                  <a:pt x="5420478" y="5106482"/>
                  <a:pt x="5413890" y="5094247"/>
                </a:cubicBezTo>
                <a:cubicBezTo>
                  <a:pt x="5407302" y="5082012"/>
                  <a:pt x="5404008" y="5065023"/>
                  <a:pt x="5404008" y="5043281"/>
                </a:cubicBezTo>
                <a:cubicBezTo>
                  <a:pt x="5404008" y="5021567"/>
                  <a:pt x="5407512" y="5005384"/>
                  <a:pt x="5414521" y="4994732"/>
                </a:cubicBezTo>
                <a:cubicBezTo>
                  <a:pt x="5421530" y="4984080"/>
                  <a:pt x="5431362" y="4978754"/>
                  <a:pt x="5444018" y="4978754"/>
                </a:cubicBezTo>
                <a:close/>
                <a:moveTo>
                  <a:pt x="5005868" y="4978754"/>
                </a:moveTo>
                <a:cubicBezTo>
                  <a:pt x="5019574" y="4978754"/>
                  <a:pt x="5029619" y="4984856"/>
                  <a:pt x="5036003" y="4997061"/>
                </a:cubicBezTo>
                <a:cubicBezTo>
                  <a:pt x="5042386" y="5009265"/>
                  <a:pt x="5045578" y="5026167"/>
                  <a:pt x="5045578" y="5047767"/>
                </a:cubicBezTo>
                <a:cubicBezTo>
                  <a:pt x="5045578" y="5069608"/>
                  <a:pt x="5042108" y="5085873"/>
                  <a:pt x="5035169" y="5096564"/>
                </a:cubicBezTo>
                <a:cubicBezTo>
                  <a:pt x="5028230" y="5107254"/>
                  <a:pt x="5018463" y="5112599"/>
                  <a:pt x="5005868" y="5112599"/>
                </a:cubicBezTo>
                <a:cubicBezTo>
                  <a:pt x="4992371" y="5112599"/>
                  <a:pt x="4982328" y="5106482"/>
                  <a:pt x="4975740" y="5094247"/>
                </a:cubicBezTo>
                <a:cubicBezTo>
                  <a:pt x="4969152" y="5082012"/>
                  <a:pt x="4965857" y="5065023"/>
                  <a:pt x="4965857" y="5043281"/>
                </a:cubicBezTo>
                <a:cubicBezTo>
                  <a:pt x="4965857" y="5021567"/>
                  <a:pt x="4969362" y="5005384"/>
                  <a:pt x="4976371" y="4994732"/>
                </a:cubicBezTo>
                <a:cubicBezTo>
                  <a:pt x="4983380" y="4984080"/>
                  <a:pt x="4993212" y="4978754"/>
                  <a:pt x="5005868" y="4978754"/>
                </a:cubicBezTo>
                <a:close/>
                <a:moveTo>
                  <a:pt x="4672493" y="4978754"/>
                </a:moveTo>
                <a:cubicBezTo>
                  <a:pt x="4686199" y="4978754"/>
                  <a:pt x="4696244" y="4984856"/>
                  <a:pt x="4702627" y="4997061"/>
                </a:cubicBezTo>
                <a:cubicBezTo>
                  <a:pt x="4709011" y="5009265"/>
                  <a:pt x="4712202" y="5026167"/>
                  <a:pt x="4712202" y="5047767"/>
                </a:cubicBezTo>
                <a:cubicBezTo>
                  <a:pt x="4712202" y="5069608"/>
                  <a:pt x="4708733" y="5085873"/>
                  <a:pt x="4701794" y="5096564"/>
                </a:cubicBezTo>
                <a:cubicBezTo>
                  <a:pt x="4694855" y="5107254"/>
                  <a:pt x="4685087" y="5112599"/>
                  <a:pt x="4672493" y="5112599"/>
                </a:cubicBezTo>
                <a:cubicBezTo>
                  <a:pt x="4658996" y="5112599"/>
                  <a:pt x="4648953" y="5106482"/>
                  <a:pt x="4642365" y="5094247"/>
                </a:cubicBezTo>
                <a:cubicBezTo>
                  <a:pt x="4635776" y="5082012"/>
                  <a:pt x="4632483" y="5065023"/>
                  <a:pt x="4632483" y="5043281"/>
                </a:cubicBezTo>
                <a:cubicBezTo>
                  <a:pt x="4632483" y="5021567"/>
                  <a:pt x="4635987" y="5005384"/>
                  <a:pt x="4642996" y="4994732"/>
                </a:cubicBezTo>
                <a:cubicBezTo>
                  <a:pt x="4650005" y="4984080"/>
                  <a:pt x="4659837" y="4978754"/>
                  <a:pt x="4672493" y="4978754"/>
                </a:cubicBezTo>
                <a:close/>
                <a:moveTo>
                  <a:pt x="3234218" y="4978754"/>
                </a:moveTo>
                <a:cubicBezTo>
                  <a:pt x="3247925" y="4978754"/>
                  <a:pt x="3257970" y="4984856"/>
                  <a:pt x="3264353" y="4997061"/>
                </a:cubicBezTo>
                <a:cubicBezTo>
                  <a:pt x="3270736" y="5009265"/>
                  <a:pt x="3273928" y="5026167"/>
                  <a:pt x="3273928" y="5047767"/>
                </a:cubicBezTo>
                <a:cubicBezTo>
                  <a:pt x="3273928" y="5069608"/>
                  <a:pt x="3270458" y="5085873"/>
                  <a:pt x="3263520" y="5096564"/>
                </a:cubicBezTo>
                <a:cubicBezTo>
                  <a:pt x="3256580" y="5107254"/>
                  <a:pt x="3246814" y="5112599"/>
                  <a:pt x="3234218" y="5112599"/>
                </a:cubicBezTo>
                <a:cubicBezTo>
                  <a:pt x="3220721" y="5112599"/>
                  <a:pt x="3210679" y="5106482"/>
                  <a:pt x="3204091" y="5094247"/>
                </a:cubicBezTo>
                <a:cubicBezTo>
                  <a:pt x="3197502" y="5082012"/>
                  <a:pt x="3194209" y="5065023"/>
                  <a:pt x="3194209" y="5043281"/>
                </a:cubicBezTo>
                <a:cubicBezTo>
                  <a:pt x="3194209" y="5021567"/>
                  <a:pt x="3197713" y="5005384"/>
                  <a:pt x="3204722" y="4994732"/>
                </a:cubicBezTo>
                <a:cubicBezTo>
                  <a:pt x="3211731" y="4984080"/>
                  <a:pt x="3221563" y="4978754"/>
                  <a:pt x="3234218" y="4978754"/>
                </a:cubicBezTo>
                <a:close/>
                <a:moveTo>
                  <a:pt x="2034068" y="4978754"/>
                </a:moveTo>
                <a:cubicBezTo>
                  <a:pt x="2047775" y="4978754"/>
                  <a:pt x="2057820" y="4984856"/>
                  <a:pt x="2064203" y="4997061"/>
                </a:cubicBezTo>
                <a:cubicBezTo>
                  <a:pt x="2070586" y="5009265"/>
                  <a:pt x="2073778" y="5026167"/>
                  <a:pt x="2073778" y="5047767"/>
                </a:cubicBezTo>
                <a:cubicBezTo>
                  <a:pt x="2073778" y="5069608"/>
                  <a:pt x="2070308" y="5085873"/>
                  <a:pt x="2063369" y="5096564"/>
                </a:cubicBezTo>
                <a:cubicBezTo>
                  <a:pt x="2056430" y="5107254"/>
                  <a:pt x="2046664" y="5112599"/>
                  <a:pt x="2034068" y="5112599"/>
                </a:cubicBezTo>
                <a:cubicBezTo>
                  <a:pt x="2020571" y="5112599"/>
                  <a:pt x="2010529" y="5106482"/>
                  <a:pt x="2003941" y="5094247"/>
                </a:cubicBezTo>
                <a:cubicBezTo>
                  <a:pt x="1997353" y="5082012"/>
                  <a:pt x="1994058" y="5065023"/>
                  <a:pt x="1994058" y="5043281"/>
                </a:cubicBezTo>
                <a:cubicBezTo>
                  <a:pt x="1994058" y="5021567"/>
                  <a:pt x="1997563" y="5005384"/>
                  <a:pt x="2004571" y="4994732"/>
                </a:cubicBezTo>
                <a:cubicBezTo>
                  <a:pt x="2011580" y="4984080"/>
                  <a:pt x="2021413" y="4978754"/>
                  <a:pt x="2034068" y="4978754"/>
                </a:cubicBezTo>
                <a:close/>
                <a:moveTo>
                  <a:pt x="6286061" y="4978454"/>
                </a:moveTo>
                <a:cubicBezTo>
                  <a:pt x="6296348" y="4978454"/>
                  <a:pt x="6303897" y="4981856"/>
                  <a:pt x="6308707" y="4988662"/>
                </a:cubicBezTo>
                <a:cubicBezTo>
                  <a:pt x="6313516" y="4995468"/>
                  <a:pt x="6316016" y="5005019"/>
                  <a:pt x="6316204" y="5017316"/>
                </a:cubicBezTo>
                <a:cubicBezTo>
                  <a:pt x="6316204" y="5021402"/>
                  <a:pt x="6316017" y="5024756"/>
                  <a:pt x="6315646" y="5027379"/>
                </a:cubicBezTo>
                <a:lnTo>
                  <a:pt x="6249642" y="5027379"/>
                </a:lnTo>
                <a:cubicBezTo>
                  <a:pt x="6250573" y="5010278"/>
                  <a:pt x="6254224" y="4997849"/>
                  <a:pt x="6260596" y="4990091"/>
                </a:cubicBezTo>
                <a:cubicBezTo>
                  <a:pt x="6266969" y="4982333"/>
                  <a:pt x="6275457" y="4978454"/>
                  <a:pt x="6286061" y="4978454"/>
                </a:cubicBezTo>
                <a:close/>
                <a:moveTo>
                  <a:pt x="7831102" y="4960404"/>
                </a:moveTo>
                <a:lnTo>
                  <a:pt x="7831102" y="4980335"/>
                </a:lnTo>
                <a:lnTo>
                  <a:pt x="7853528" y="4984521"/>
                </a:lnTo>
                <a:lnTo>
                  <a:pt x="7853528" y="5109370"/>
                </a:lnTo>
                <a:lnTo>
                  <a:pt x="7830801" y="5112061"/>
                </a:lnTo>
                <a:lnTo>
                  <a:pt x="7830801" y="5132144"/>
                </a:lnTo>
                <a:lnTo>
                  <a:pt x="7916136" y="5132144"/>
                </a:lnTo>
                <a:lnTo>
                  <a:pt x="7916136" y="5112037"/>
                </a:lnTo>
                <a:lnTo>
                  <a:pt x="7890418" y="5109346"/>
                </a:lnTo>
                <a:lnTo>
                  <a:pt x="7890418" y="5054701"/>
                </a:lnTo>
                <a:lnTo>
                  <a:pt x="7966851" y="5054701"/>
                </a:lnTo>
                <a:lnTo>
                  <a:pt x="7966851" y="5109341"/>
                </a:lnTo>
                <a:lnTo>
                  <a:pt x="7941134" y="5112032"/>
                </a:lnTo>
                <a:lnTo>
                  <a:pt x="7941134" y="5132144"/>
                </a:lnTo>
                <a:lnTo>
                  <a:pt x="8026769" y="5132144"/>
                </a:lnTo>
                <a:lnTo>
                  <a:pt x="8026769" y="5112066"/>
                </a:lnTo>
                <a:lnTo>
                  <a:pt x="8003747" y="5109375"/>
                </a:lnTo>
                <a:lnTo>
                  <a:pt x="8003747" y="4984507"/>
                </a:lnTo>
                <a:lnTo>
                  <a:pt x="8025573" y="4980321"/>
                </a:lnTo>
                <a:lnTo>
                  <a:pt x="8025573" y="4960404"/>
                </a:lnTo>
                <a:lnTo>
                  <a:pt x="7941734" y="4960404"/>
                </a:lnTo>
                <a:lnTo>
                  <a:pt x="7941734" y="4980425"/>
                </a:lnTo>
                <a:lnTo>
                  <a:pt x="7966851" y="4984612"/>
                </a:lnTo>
                <a:lnTo>
                  <a:pt x="7966851" y="5031565"/>
                </a:lnTo>
                <a:lnTo>
                  <a:pt x="7890418" y="5031565"/>
                </a:lnTo>
                <a:lnTo>
                  <a:pt x="7890418" y="4984597"/>
                </a:lnTo>
                <a:lnTo>
                  <a:pt x="7915235" y="4980411"/>
                </a:lnTo>
                <a:lnTo>
                  <a:pt x="7915235" y="4960404"/>
                </a:lnTo>
                <a:close/>
                <a:moveTo>
                  <a:pt x="7674353" y="4960404"/>
                </a:moveTo>
                <a:lnTo>
                  <a:pt x="7674353" y="4980706"/>
                </a:lnTo>
                <a:lnTo>
                  <a:pt x="7696780" y="4984592"/>
                </a:lnTo>
                <a:lnTo>
                  <a:pt x="7696780" y="5109122"/>
                </a:lnTo>
                <a:lnTo>
                  <a:pt x="7675548" y="5112113"/>
                </a:lnTo>
                <a:lnTo>
                  <a:pt x="7675548" y="5132144"/>
                </a:lnTo>
                <a:lnTo>
                  <a:pt x="7756097" y="5132144"/>
                </a:lnTo>
                <a:lnTo>
                  <a:pt x="7756097" y="5112099"/>
                </a:lnTo>
                <a:lnTo>
                  <a:pt x="7733375" y="5109108"/>
                </a:lnTo>
                <a:lnTo>
                  <a:pt x="7733375" y="4984516"/>
                </a:lnTo>
                <a:lnTo>
                  <a:pt x="7754306" y="4980630"/>
                </a:lnTo>
                <a:lnTo>
                  <a:pt x="7754306" y="4960404"/>
                </a:lnTo>
                <a:close/>
                <a:moveTo>
                  <a:pt x="7514385" y="4960404"/>
                </a:moveTo>
                <a:lnTo>
                  <a:pt x="7514385" y="4980740"/>
                </a:lnTo>
                <a:lnTo>
                  <a:pt x="7539203" y="4984626"/>
                </a:lnTo>
                <a:lnTo>
                  <a:pt x="7539203" y="5109389"/>
                </a:lnTo>
                <a:lnTo>
                  <a:pt x="7512890" y="5112675"/>
                </a:lnTo>
                <a:lnTo>
                  <a:pt x="7512890" y="5132144"/>
                </a:lnTo>
                <a:lnTo>
                  <a:pt x="7551219" y="5132144"/>
                </a:lnTo>
                <a:cubicBezTo>
                  <a:pt x="7556426" y="5132144"/>
                  <a:pt x="7564459" y="5132638"/>
                  <a:pt x="7575317" y="5133625"/>
                </a:cubicBezTo>
                <a:cubicBezTo>
                  <a:pt x="7579044" y="5133835"/>
                  <a:pt x="7583794" y="5134139"/>
                  <a:pt x="7589566" y="5134537"/>
                </a:cubicBezTo>
                <a:cubicBezTo>
                  <a:pt x="7595339" y="5134936"/>
                  <a:pt x="7599599" y="5135135"/>
                  <a:pt x="7602349" y="5135135"/>
                </a:cubicBezTo>
                <a:cubicBezTo>
                  <a:pt x="7624190" y="5135135"/>
                  <a:pt x="7641221" y="5130341"/>
                  <a:pt x="7653443" y="5120752"/>
                </a:cubicBezTo>
                <a:cubicBezTo>
                  <a:pt x="7665666" y="5111164"/>
                  <a:pt x="7671776" y="5097102"/>
                  <a:pt x="7671776" y="5078566"/>
                </a:cubicBezTo>
                <a:cubicBezTo>
                  <a:pt x="7671776" y="5043447"/>
                  <a:pt x="7649531" y="5025888"/>
                  <a:pt x="7605040" y="5025888"/>
                </a:cubicBezTo>
                <a:cubicBezTo>
                  <a:pt x="7591391" y="5025888"/>
                  <a:pt x="7581644" y="5025885"/>
                  <a:pt x="7575798" y="5025879"/>
                </a:cubicBezTo>
                <a:lnTo>
                  <a:pt x="7575798" y="4984721"/>
                </a:lnTo>
                <a:lnTo>
                  <a:pt x="7604801" y="4981435"/>
                </a:lnTo>
                <a:lnTo>
                  <a:pt x="7604801" y="4960404"/>
                </a:lnTo>
                <a:close/>
                <a:moveTo>
                  <a:pt x="7163452" y="4960404"/>
                </a:moveTo>
                <a:lnTo>
                  <a:pt x="7163452" y="4980344"/>
                </a:lnTo>
                <a:lnTo>
                  <a:pt x="7186479" y="4984531"/>
                </a:lnTo>
                <a:lnTo>
                  <a:pt x="7186479" y="5109360"/>
                </a:lnTo>
                <a:lnTo>
                  <a:pt x="7162856" y="5112051"/>
                </a:lnTo>
                <a:lnTo>
                  <a:pt x="7162856" y="5132144"/>
                </a:lnTo>
                <a:lnTo>
                  <a:pt x="7264336" y="5132144"/>
                </a:lnTo>
                <a:lnTo>
                  <a:pt x="7264336" y="5111937"/>
                </a:lnTo>
                <a:lnTo>
                  <a:pt x="7223669" y="5109246"/>
                </a:lnTo>
                <a:lnTo>
                  <a:pt x="7223669" y="4982640"/>
                </a:lnTo>
                <a:lnTo>
                  <a:pt x="7268517" y="4984059"/>
                </a:lnTo>
                <a:lnTo>
                  <a:pt x="7276005" y="5028388"/>
                </a:lnTo>
                <a:lnTo>
                  <a:pt x="7300516" y="5028388"/>
                </a:lnTo>
                <a:lnTo>
                  <a:pt x="7298906" y="4960404"/>
                </a:lnTo>
                <a:close/>
                <a:moveTo>
                  <a:pt x="6935752" y="4960404"/>
                </a:moveTo>
                <a:lnTo>
                  <a:pt x="6935752" y="4980330"/>
                </a:lnTo>
                <a:lnTo>
                  <a:pt x="6957879" y="4984516"/>
                </a:lnTo>
                <a:lnTo>
                  <a:pt x="6957879" y="5109375"/>
                </a:lnTo>
                <a:lnTo>
                  <a:pt x="6935452" y="5112066"/>
                </a:lnTo>
                <a:lnTo>
                  <a:pt x="6935452" y="5132144"/>
                </a:lnTo>
                <a:lnTo>
                  <a:pt x="7014505" y="5132144"/>
                </a:lnTo>
                <a:lnTo>
                  <a:pt x="7014505" y="5112075"/>
                </a:lnTo>
                <a:lnTo>
                  <a:pt x="6994774" y="5109680"/>
                </a:lnTo>
                <a:lnTo>
                  <a:pt x="6994774" y="5107322"/>
                </a:lnTo>
                <a:lnTo>
                  <a:pt x="7059886" y="5039547"/>
                </a:lnTo>
                <a:lnTo>
                  <a:pt x="7074193" y="5013139"/>
                </a:lnTo>
                <a:lnTo>
                  <a:pt x="7074193" y="5109356"/>
                </a:lnTo>
                <a:lnTo>
                  <a:pt x="7050271" y="5112046"/>
                </a:lnTo>
                <a:lnTo>
                  <a:pt x="7050271" y="5132144"/>
                </a:lnTo>
                <a:lnTo>
                  <a:pt x="7133810" y="5132144"/>
                </a:lnTo>
                <a:lnTo>
                  <a:pt x="7133810" y="5112070"/>
                </a:lnTo>
                <a:lnTo>
                  <a:pt x="7111383" y="5109379"/>
                </a:lnTo>
                <a:lnTo>
                  <a:pt x="7111383" y="4984502"/>
                </a:lnTo>
                <a:lnTo>
                  <a:pt x="7132914" y="4980316"/>
                </a:lnTo>
                <a:lnTo>
                  <a:pt x="7132914" y="4960404"/>
                </a:lnTo>
                <a:lnTo>
                  <a:pt x="7052066" y="4960404"/>
                </a:lnTo>
                <a:lnTo>
                  <a:pt x="7052066" y="4980330"/>
                </a:lnTo>
                <a:lnTo>
                  <a:pt x="7074193" y="4984516"/>
                </a:lnTo>
                <a:lnTo>
                  <a:pt x="7074193" y="4986083"/>
                </a:lnTo>
                <a:lnTo>
                  <a:pt x="7007284" y="5056840"/>
                </a:lnTo>
                <a:lnTo>
                  <a:pt x="6994774" y="5079104"/>
                </a:lnTo>
                <a:lnTo>
                  <a:pt x="6994774" y="4984592"/>
                </a:lnTo>
                <a:lnTo>
                  <a:pt x="7019291" y="4980406"/>
                </a:lnTo>
                <a:lnTo>
                  <a:pt x="7019291" y="4960404"/>
                </a:lnTo>
                <a:close/>
                <a:moveTo>
                  <a:pt x="6373777" y="4960404"/>
                </a:moveTo>
                <a:lnTo>
                  <a:pt x="6373777" y="4980335"/>
                </a:lnTo>
                <a:lnTo>
                  <a:pt x="6396204" y="4984521"/>
                </a:lnTo>
                <a:lnTo>
                  <a:pt x="6396204" y="5109370"/>
                </a:lnTo>
                <a:lnTo>
                  <a:pt x="6373477" y="5112061"/>
                </a:lnTo>
                <a:lnTo>
                  <a:pt x="6373477" y="5132144"/>
                </a:lnTo>
                <a:lnTo>
                  <a:pt x="6458811" y="5132144"/>
                </a:lnTo>
                <a:lnTo>
                  <a:pt x="6458811" y="5112032"/>
                </a:lnTo>
                <a:lnTo>
                  <a:pt x="6432799" y="5109341"/>
                </a:lnTo>
                <a:lnTo>
                  <a:pt x="6432799" y="5052906"/>
                </a:lnTo>
                <a:lnTo>
                  <a:pt x="6451577" y="5052906"/>
                </a:lnTo>
                <a:cubicBezTo>
                  <a:pt x="6456542" y="5052906"/>
                  <a:pt x="6461552" y="5056087"/>
                  <a:pt x="6466605" y="5062450"/>
                </a:cubicBezTo>
                <a:cubicBezTo>
                  <a:pt x="6471658" y="5068813"/>
                  <a:pt x="6477918" y="5078579"/>
                  <a:pt x="6485386" y="5091749"/>
                </a:cubicBezTo>
                <a:cubicBezTo>
                  <a:pt x="6492670" y="5104690"/>
                  <a:pt x="6499066" y="5114658"/>
                  <a:pt x="6504574" y="5121652"/>
                </a:cubicBezTo>
                <a:cubicBezTo>
                  <a:pt x="6510083" y="5128647"/>
                  <a:pt x="6516039" y="5132144"/>
                  <a:pt x="6522443" y="5132144"/>
                </a:cubicBezTo>
                <a:lnTo>
                  <a:pt x="6556886" y="5132144"/>
                </a:lnTo>
                <a:lnTo>
                  <a:pt x="6556886" y="5112132"/>
                </a:lnTo>
                <a:lnTo>
                  <a:pt x="6543874" y="5108794"/>
                </a:lnTo>
                <a:cubicBezTo>
                  <a:pt x="6541204" y="5108032"/>
                  <a:pt x="6538303" y="5105670"/>
                  <a:pt x="6535170" y="5101709"/>
                </a:cubicBezTo>
                <a:cubicBezTo>
                  <a:pt x="6532039" y="5097749"/>
                  <a:pt x="6528014" y="5093143"/>
                  <a:pt x="6523095" y="5087891"/>
                </a:cubicBezTo>
                <a:cubicBezTo>
                  <a:pt x="6514726" y="5072454"/>
                  <a:pt x="6507374" y="5060853"/>
                  <a:pt x="6501038" y="5053087"/>
                </a:cubicBezTo>
                <a:cubicBezTo>
                  <a:pt x="6494702" y="5045321"/>
                  <a:pt x="6488201" y="5040153"/>
                  <a:pt x="6481533" y="5037585"/>
                </a:cubicBezTo>
                <a:lnTo>
                  <a:pt x="6526186" y="4984769"/>
                </a:lnTo>
                <a:lnTo>
                  <a:pt x="6549709" y="4980321"/>
                </a:lnTo>
                <a:lnTo>
                  <a:pt x="6549709" y="4960404"/>
                </a:lnTo>
                <a:lnTo>
                  <a:pt x="6473941" y="4960404"/>
                </a:lnTo>
                <a:lnTo>
                  <a:pt x="6473941" y="4980340"/>
                </a:lnTo>
                <a:lnTo>
                  <a:pt x="6496668" y="4984116"/>
                </a:lnTo>
                <a:lnTo>
                  <a:pt x="6458301" y="5032765"/>
                </a:lnTo>
                <a:lnTo>
                  <a:pt x="6432799" y="5032765"/>
                </a:lnTo>
                <a:lnTo>
                  <a:pt x="6432799" y="4984583"/>
                </a:lnTo>
                <a:lnTo>
                  <a:pt x="6456420" y="4980397"/>
                </a:lnTo>
                <a:lnTo>
                  <a:pt x="6456420" y="4960404"/>
                </a:lnTo>
                <a:close/>
                <a:moveTo>
                  <a:pt x="6030620" y="4960404"/>
                </a:moveTo>
                <a:lnTo>
                  <a:pt x="6030620" y="4980449"/>
                </a:lnTo>
                <a:lnTo>
                  <a:pt x="6057828" y="4984635"/>
                </a:lnTo>
                <a:cubicBezTo>
                  <a:pt x="6057631" y="5020681"/>
                  <a:pt x="6055129" y="5049375"/>
                  <a:pt x="6050323" y="5070718"/>
                </a:cubicBezTo>
                <a:cubicBezTo>
                  <a:pt x="6045515" y="5092060"/>
                  <a:pt x="6039766" y="5102731"/>
                  <a:pt x="6033072" y="5102731"/>
                </a:cubicBezTo>
                <a:cubicBezTo>
                  <a:pt x="6024246" y="5102731"/>
                  <a:pt x="6016451" y="5102131"/>
                  <a:pt x="6009689" y="5100931"/>
                </a:cubicBezTo>
                <a:lnTo>
                  <a:pt x="6011650" y="5131644"/>
                </a:lnTo>
                <a:cubicBezTo>
                  <a:pt x="6019296" y="5133175"/>
                  <a:pt x="6025040" y="5133940"/>
                  <a:pt x="6028886" y="5133940"/>
                </a:cubicBezTo>
                <a:cubicBezTo>
                  <a:pt x="6038738" y="5133940"/>
                  <a:pt x="6046283" y="5132083"/>
                  <a:pt x="6051522" y="5128370"/>
                </a:cubicBezTo>
                <a:cubicBezTo>
                  <a:pt x="6056761" y="5124657"/>
                  <a:pt x="6060941" y="5119266"/>
                  <a:pt x="6064062" y="5112199"/>
                </a:cubicBezTo>
                <a:cubicBezTo>
                  <a:pt x="6068879" y="5102563"/>
                  <a:pt x="6072901" y="5087809"/>
                  <a:pt x="6076128" y="5067936"/>
                </a:cubicBezTo>
                <a:cubicBezTo>
                  <a:pt x="6079355" y="5048064"/>
                  <a:pt x="6080969" y="5024297"/>
                  <a:pt x="6080969" y="4996637"/>
                </a:cubicBezTo>
                <a:lnTo>
                  <a:pt x="6080969" y="4984135"/>
                </a:lnTo>
                <a:lnTo>
                  <a:pt x="6126303" y="4984135"/>
                </a:lnTo>
                <a:lnTo>
                  <a:pt x="6126303" y="5109365"/>
                </a:lnTo>
                <a:lnTo>
                  <a:pt x="6102981" y="5112056"/>
                </a:lnTo>
                <a:lnTo>
                  <a:pt x="6102981" y="5132144"/>
                </a:lnTo>
                <a:lnTo>
                  <a:pt x="6188316" y="5132144"/>
                </a:lnTo>
                <a:lnTo>
                  <a:pt x="6188316" y="5112042"/>
                </a:lnTo>
                <a:lnTo>
                  <a:pt x="6163198" y="5109351"/>
                </a:lnTo>
                <a:lnTo>
                  <a:pt x="6163198" y="4985188"/>
                </a:lnTo>
                <a:lnTo>
                  <a:pt x="6189211" y="4980702"/>
                </a:lnTo>
                <a:lnTo>
                  <a:pt x="6189211" y="4960404"/>
                </a:lnTo>
                <a:close/>
                <a:moveTo>
                  <a:pt x="5812697" y="4960404"/>
                </a:moveTo>
                <a:lnTo>
                  <a:pt x="5812697" y="4980325"/>
                </a:lnTo>
                <a:lnTo>
                  <a:pt x="5834228" y="4984512"/>
                </a:lnTo>
                <a:lnTo>
                  <a:pt x="5834228" y="5109118"/>
                </a:lnTo>
                <a:lnTo>
                  <a:pt x="5812697" y="5112108"/>
                </a:lnTo>
                <a:lnTo>
                  <a:pt x="5812697" y="5132144"/>
                </a:lnTo>
                <a:lnTo>
                  <a:pt x="5893245" y="5132144"/>
                </a:lnTo>
                <a:lnTo>
                  <a:pt x="5893245" y="5112108"/>
                </a:lnTo>
                <a:lnTo>
                  <a:pt x="5871118" y="5109118"/>
                </a:lnTo>
                <a:lnTo>
                  <a:pt x="5871118" y="4983240"/>
                </a:lnTo>
                <a:lnTo>
                  <a:pt x="5939480" y="4983240"/>
                </a:lnTo>
                <a:lnTo>
                  <a:pt x="5939480" y="5109103"/>
                </a:lnTo>
                <a:lnTo>
                  <a:pt x="5917053" y="5112094"/>
                </a:lnTo>
                <a:lnTo>
                  <a:pt x="5917053" y="5132144"/>
                </a:lnTo>
                <a:lnTo>
                  <a:pt x="5997901" y="5132144"/>
                </a:lnTo>
                <a:lnTo>
                  <a:pt x="5997901" y="5112118"/>
                </a:lnTo>
                <a:lnTo>
                  <a:pt x="5976370" y="5109127"/>
                </a:lnTo>
                <a:lnTo>
                  <a:pt x="5976370" y="4984478"/>
                </a:lnTo>
                <a:lnTo>
                  <a:pt x="5997001" y="4980292"/>
                </a:lnTo>
                <a:lnTo>
                  <a:pt x="5997001" y="4960404"/>
                </a:lnTo>
                <a:close/>
                <a:moveTo>
                  <a:pt x="5548687" y="4960404"/>
                </a:moveTo>
                <a:lnTo>
                  <a:pt x="5548687" y="4980468"/>
                </a:lnTo>
                <a:lnTo>
                  <a:pt x="5577396" y="4984588"/>
                </a:lnTo>
                <a:lnTo>
                  <a:pt x="5557674" y="5109327"/>
                </a:lnTo>
                <a:lnTo>
                  <a:pt x="5534038" y="5112056"/>
                </a:lnTo>
                <a:lnTo>
                  <a:pt x="5534038" y="5132144"/>
                </a:lnTo>
                <a:lnTo>
                  <a:pt x="5610400" y="5132144"/>
                </a:lnTo>
                <a:lnTo>
                  <a:pt x="5610400" y="5112008"/>
                </a:lnTo>
                <a:lnTo>
                  <a:pt x="5584688" y="5109641"/>
                </a:lnTo>
                <a:lnTo>
                  <a:pt x="5596270" y="5025669"/>
                </a:lnTo>
                <a:lnTo>
                  <a:pt x="5599942" y="4982040"/>
                </a:lnTo>
                <a:lnTo>
                  <a:pt x="5611815" y="5025483"/>
                </a:lnTo>
                <a:lnTo>
                  <a:pt x="5649491" y="5121976"/>
                </a:lnTo>
                <a:lnTo>
                  <a:pt x="5673704" y="5121976"/>
                </a:lnTo>
                <a:lnTo>
                  <a:pt x="5710333" y="5026136"/>
                </a:lnTo>
                <a:lnTo>
                  <a:pt x="5721481" y="4981144"/>
                </a:lnTo>
                <a:lnTo>
                  <a:pt x="5726091" y="5026750"/>
                </a:lnTo>
                <a:lnTo>
                  <a:pt x="5736764" y="5109403"/>
                </a:lnTo>
                <a:lnTo>
                  <a:pt x="5713441" y="5112056"/>
                </a:lnTo>
                <a:lnTo>
                  <a:pt x="5713441" y="5132144"/>
                </a:lnTo>
                <a:lnTo>
                  <a:pt x="5797580" y="5132144"/>
                </a:lnTo>
                <a:lnTo>
                  <a:pt x="5797580" y="5112061"/>
                </a:lnTo>
                <a:lnTo>
                  <a:pt x="5773888" y="5109327"/>
                </a:lnTo>
                <a:lnTo>
                  <a:pt x="5753327" y="4984588"/>
                </a:lnTo>
                <a:lnTo>
                  <a:pt x="5782926" y="4980468"/>
                </a:lnTo>
                <a:lnTo>
                  <a:pt x="5782926" y="4960404"/>
                </a:lnTo>
                <a:lnTo>
                  <a:pt x="5707069" y="4960404"/>
                </a:lnTo>
                <a:lnTo>
                  <a:pt x="5674146" y="5049734"/>
                </a:lnTo>
                <a:lnTo>
                  <a:pt x="5665779" y="5083591"/>
                </a:lnTo>
                <a:lnTo>
                  <a:pt x="5656701" y="5050324"/>
                </a:lnTo>
                <a:lnTo>
                  <a:pt x="5622940" y="4960404"/>
                </a:lnTo>
                <a:close/>
                <a:moveTo>
                  <a:pt x="5154576" y="4960404"/>
                </a:moveTo>
                <a:lnTo>
                  <a:pt x="5154576" y="4980335"/>
                </a:lnTo>
                <a:lnTo>
                  <a:pt x="5177003" y="4984521"/>
                </a:lnTo>
                <a:lnTo>
                  <a:pt x="5177003" y="5109370"/>
                </a:lnTo>
                <a:lnTo>
                  <a:pt x="5154276" y="5112061"/>
                </a:lnTo>
                <a:lnTo>
                  <a:pt x="5154276" y="5132144"/>
                </a:lnTo>
                <a:lnTo>
                  <a:pt x="5239611" y="5132144"/>
                </a:lnTo>
                <a:lnTo>
                  <a:pt x="5239611" y="5112032"/>
                </a:lnTo>
                <a:lnTo>
                  <a:pt x="5213599" y="5109341"/>
                </a:lnTo>
                <a:lnTo>
                  <a:pt x="5213599" y="5052906"/>
                </a:lnTo>
                <a:lnTo>
                  <a:pt x="5232377" y="5052906"/>
                </a:lnTo>
                <a:cubicBezTo>
                  <a:pt x="5237343" y="5052906"/>
                  <a:pt x="5242352" y="5056087"/>
                  <a:pt x="5247405" y="5062450"/>
                </a:cubicBezTo>
                <a:cubicBezTo>
                  <a:pt x="5252458" y="5068813"/>
                  <a:pt x="5258718" y="5078579"/>
                  <a:pt x="5266186" y="5091749"/>
                </a:cubicBezTo>
                <a:cubicBezTo>
                  <a:pt x="5273469" y="5104690"/>
                  <a:pt x="5279865" y="5114658"/>
                  <a:pt x="5285374" y="5121652"/>
                </a:cubicBezTo>
                <a:cubicBezTo>
                  <a:pt x="5290883" y="5128647"/>
                  <a:pt x="5296839" y="5132144"/>
                  <a:pt x="5303243" y="5132144"/>
                </a:cubicBezTo>
                <a:lnTo>
                  <a:pt x="5337685" y="5132144"/>
                </a:lnTo>
                <a:lnTo>
                  <a:pt x="5337685" y="5112132"/>
                </a:lnTo>
                <a:lnTo>
                  <a:pt x="5324674" y="5108794"/>
                </a:lnTo>
                <a:cubicBezTo>
                  <a:pt x="5322004" y="5108032"/>
                  <a:pt x="5319103" y="5105670"/>
                  <a:pt x="5315971" y="5101709"/>
                </a:cubicBezTo>
                <a:cubicBezTo>
                  <a:pt x="5312839" y="5097749"/>
                  <a:pt x="5308813" y="5093143"/>
                  <a:pt x="5303896" y="5087891"/>
                </a:cubicBezTo>
                <a:cubicBezTo>
                  <a:pt x="5295526" y="5072454"/>
                  <a:pt x="5288174" y="5060853"/>
                  <a:pt x="5281838" y="5053087"/>
                </a:cubicBezTo>
                <a:cubicBezTo>
                  <a:pt x="5275502" y="5045321"/>
                  <a:pt x="5269001" y="5040153"/>
                  <a:pt x="5262333" y="5037585"/>
                </a:cubicBezTo>
                <a:lnTo>
                  <a:pt x="5306986" y="4984769"/>
                </a:lnTo>
                <a:lnTo>
                  <a:pt x="5330509" y="4980321"/>
                </a:lnTo>
                <a:lnTo>
                  <a:pt x="5330509" y="4960404"/>
                </a:lnTo>
                <a:lnTo>
                  <a:pt x="5254742" y="4960404"/>
                </a:lnTo>
                <a:lnTo>
                  <a:pt x="5254742" y="4980340"/>
                </a:lnTo>
                <a:lnTo>
                  <a:pt x="5277468" y="4984116"/>
                </a:lnTo>
                <a:lnTo>
                  <a:pt x="5239102" y="5032765"/>
                </a:lnTo>
                <a:lnTo>
                  <a:pt x="5213599" y="5032765"/>
                </a:lnTo>
                <a:lnTo>
                  <a:pt x="5213599" y="4984583"/>
                </a:lnTo>
                <a:lnTo>
                  <a:pt x="5237221" y="4980397"/>
                </a:lnTo>
                <a:lnTo>
                  <a:pt x="5237221" y="4960404"/>
                </a:lnTo>
                <a:close/>
                <a:moveTo>
                  <a:pt x="4772676" y="4960404"/>
                </a:moveTo>
                <a:lnTo>
                  <a:pt x="4772676" y="4980344"/>
                </a:lnTo>
                <a:lnTo>
                  <a:pt x="4795704" y="4984531"/>
                </a:lnTo>
                <a:lnTo>
                  <a:pt x="4795704" y="5109360"/>
                </a:lnTo>
                <a:lnTo>
                  <a:pt x="4772082" y="5112051"/>
                </a:lnTo>
                <a:lnTo>
                  <a:pt x="4772082" y="5132144"/>
                </a:lnTo>
                <a:lnTo>
                  <a:pt x="4873561" y="5132144"/>
                </a:lnTo>
                <a:lnTo>
                  <a:pt x="4873561" y="5111937"/>
                </a:lnTo>
                <a:lnTo>
                  <a:pt x="4832894" y="5109246"/>
                </a:lnTo>
                <a:lnTo>
                  <a:pt x="4832894" y="4982640"/>
                </a:lnTo>
                <a:lnTo>
                  <a:pt x="4877742" y="4984059"/>
                </a:lnTo>
                <a:lnTo>
                  <a:pt x="4885228" y="5028388"/>
                </a:lnTo>
                <a:lnTo>
                  <a:pt x="4909741" y="5028388"/>
                </a:lnTo>
                <a:lnTo>
                  <a:pt x="4908131" y="4960404"/>
                </a:lnTo>
                <a:close/>
                <a:moveTo>
                  <a:pt x="4373527" y="4960404"/>
                </a:moveTo>
                <a:lnTo>
                  <a:pt x="4373527" y="4980335"/>
                </a:lnTo>
                <a:lnTo>
                  <a:pt x="4395953" y="4984521"/>
                </a:lnTo>
                <a:lnTo>
                  <a:pt x="4395953" y="5109370"/>
                </a:lnTo>
                <a:lnTo>
                  <a:pt x="4373226" y="5112061"/>
                </a:lnTo>
                <a:lnTo>
                  <a:pt x="4373226" y="5132144"/>
                </a:lnTo>
                <a:lnTo>
                  <a:pt x="4458562" y="5132144"/>
                </a:lnTo>
                <a:lnTo>
                  <a:pt x="4458562" y="5112037"/>
                </a:lnTo>
                <a:lnTo>
                  <a:pt x="4432844" y="5109346"/>
                </a:lnTo>
                <a:lnTo>
                  <a:pt x="4432844" y="5054701"/>
                </a:lnTo>
                <a:lnTo>
                  <a:pt x="4509278" y="5054701"/>
                </a:lnTo>
                <a:lnTo>
                  <a:pt x="4509278" y="5109341"/>
                </a:lnTo>
                <a:lnTo>
                  <a:pt x="4483560" y="5112032"/>
                </a:lnTo>
                <a:lnTo>
                  <a:pt x="4483560" y="5132144"/>
                </a:lnTo>
                <a:lnTo>
                  <a:pt x="4569194" y="5132144"/>
                </a:lnTo>
                <a:lnTo>
                  <a:pt x="4569194" y="5112066"/>
                </a:lnTo>
                <a:lnTo>
                  <a:pt x="4546173" y="5109375"/>
                </a:lnTo>
                <a:lnTo>
                  <a:pt x="4546173" y="4984507"/>
                </a:lnTo>
                <a:lnTo>
                  <a:pt x="4567998" y="4980321"/>
                </a:lnTo>
                <a:lnTo>
                  <a:pt x="4567998" y="4960404"/>
                </a:lnTo>
                <a:lnTo>
                  <a:pt x="4484159" y="4960404"/>
                </a:lnTo>
                <a:lnTo>
                  <a:pt x="4484159" y="4980425"/>
                </a:lnTo>
                <a:lnTo>
                  <a:pt x="4509278" y="4984612"/>
                </a:lnTo>
                <a:lnTo>
                  <a:pt x="4509278" y="5031565"/>
                </a:lnTo>
                <a:lnTo>
                  <a:pt x="4432844" y="5031565"/>
                </a:lnTo>
                <a:lnTo>
                  <a:pt x="4432844" y="4984597"/>
                </a:lnTo>
                <a:lnTo>
                  <a:pt x="4457661" y="4980411"/>
                </a:lnTo>
                <a:lnTo>
                  <a:pt x="4457661" y="4960404"/>
                </a:lnTo>
                <a:close/>
                <a:moveTo>
                  <a:pt x="3853238" y="4960404"/>
                </a:moveTo>
                <a:lnTo>
                  <a:pt x="3853238" y="4980468"/>
                </a:lnTo>
                <a:lnTo>
                  <a:pt x="3881947" y="4984588"/>
                </a:lnTo>
                <a:lnTo>
                  <a:pt x="3862225" y="5109327"/>
                </a:lnTo>
                <a:lnTo>
                  <a:pt x="3838589" y="5112056"/>
                </a:lnTo>
                <a:lnTo>
                  <a:pt x="3838589" y="5132144"/>
                </a:lnTo>
                <a:lnTo>
                  <a:pt x="3914951" y="5132144"/>
                </a:lnTo>
                <a:lnTo>
                  <a:pt x="3914951" y="5112008"/>
                </a:lnTo>
                <a:lnTo>
                  <a:pt x="3889238" y="5109641"/>
                </a:lnTo>
                <a:lnTo>
                  <a:pt x="3900820" y="5025669"/>
                </a:lnTo>
                <a:lnTo>
                  <a:pt x="3904493" y="4982040"/>
                </a:lnTo>
                <a:lnTo>
                  <a:pt x="3916365" y="5025483"/>
                </a:lnTo>
                <a:lnTo>
                  <a:pt x="3954041" y="5121976"/>
                </a:lnTo>
                <a:lnTo>
                  <a:pt x="3978253" y="5121976"/>
                </a:lnTo>
                <a:lnTo>
                  <a:pt x="4014882" y="5026136"/>
                </a:lnTo>
                <a:lnTo>
                  <a:pt x="4026032" y="4981144"/>
                </a:lnTo>
                <a:lnTo>
                  <a:pt x="4030641" y="5026750"/>
                </a:lnTo>
                <a:lnTo>
                  <a:pt x="4041314" y="5109403"/>
                </a:lnTo>
                <a:lnTo>
                  <a:pt x="4017993" y="5112056"/>
                </a:lnTo>
                <a:lnTo>
                  <a:pt x="4017993" y="5132144"/>
                </a:lnTo>
                <a:lnTo>
                  <a:pt x="4095763" y="5132144"/>
                </a:lnTo>
                <a:lnTo>
                  <a:pt x="4102132" y="5132144"/>
                </a:lnTo>
                <a:lnTo>
                  <a:pt x="4172126" y="5132144"/>
                </a:lnTo>
                <a:lnTo>
                  <a:pt x="4172126" y="5112008"/>
                </a:lnTo>
                <a:lnTo>
                  <a:pt x="4146413" y="5109641"/>
                </a:lnTo>
                <a:lnTo>
                  <a:pt x="4157995" y="5025669"/>
                </a:lnTo>
                <a:lnTo>
                  <a:pt x="4161667" y="4982040"/>
                </a:lnTo>
                <a:lnTo>
                  <a:pt x="4173540" y="5025483"/>
                </a:lnTo>
                <a:lnTo>
                  <a:pt x="4211216" y="5121976"/>
                </a:lnTo>
                <a:lnTo>
                  <a:pt x="4235428" y="5121976"/>
                </a:lnTo>
                <a:lnTo>
                  <a:pt x="4272057" y="5026136"/>
                </a:lnTo>
                <a:lnTo>
                  <a:pt x="4283206" y="4981144"/>
                </a:lnTo>
                <a:lnTo>
                  <a:pt x="4287816" y="5026750"/>
                </a:lnTo>
                <a:lnTo>
                  <a:pt x="4298488" y="5109403"/>
                </a:lnTo>
                <a:lnTo>
                  <a:pt x="4275166" y="5112056"/>
                </a:lnTo>
                <a:lnTo>
                  <a:pt x="4275166" y="5132144"/>
                </a:lnTo>
                <a:lnTo>
                  <a:pt x="4359306" y="5132144"/>
                </a:lnTo>
                <a:lnTo>
                  <a:pt x="4359306" y="5112061"/>
                </a:lnTo>
                <a:lnTo>
                  <a:pt x="4335613" y="5109327"/>
                </a:lnTo>
                <a:lnTo>
                  <a:pt x="4315052" y="4984588"/>
                </a:lnTo>
                <a:lnTo>
                  <a:pt x="4344651" y="4980468"/>
                </a:lnTo>
                <a:lnTo>
                  <a:pt x="4344651" y="4960404"/>
                </a:lnTo>
                <a:lnTo>
                  <a:pt x="4268795" y="4960404"/>
                </a:lnTo>
                <a:lnTo>
                  <a:pt x="4235871" y="5049734"/>
                </a:lnTo>
                <a:lnTo>
                  <a:pt x="4227504" y="5083591"/>
                </a:lnTo>
                <a:lnTo>
                  <a:pt x="4218427" y="5050324"/>
                </a:lnTo>
                <a:lnTo>
                  <a:pt x="4184665" y="4960404"/>
                </a:lnTo>
                <a:lnTo>
                  <a:pt x="4110414" y="4960404"/>
                </a:lnTo>
                <a:lnTo>
                  <a:pt x="4110414" y="4980468"/>
                </a:lnTo>
                <a:lnTo>
                  <a:pt x="4139121" y="4984588"/>
                </a:lnTo>
                <a:lnTo>
                  <a:pt x="4119401" y="5109327"/>
                </a:lnTo>
                <a:lnTo>
                  <a:pt x="4098926" y="5111691"/>
                </a:lnTo>
                <a:lnTo>
                  <a:pt x="4078438" y="5109327"/>
                </a:lnTo>
                <a:lnTo>
                  <a:pt x="4057878" y="4984588"/>
                </a:lnTo>
                <a:lnTo>
                  <a:pt x="4087477" y="4980468"/>
                </a:lnTo>
                <a:lnTo>
                  <a:pt x="4087477" y="4960404"/>
                </a:lnTo>
                <a:lnTo>
                  <a:pt x="4011620" y="4960404"/>
                </a:lnTo>
                <a:lnTo>
                  <a:pt x="3978697" y="5049734"/>
                </a:lnTo>
                <a:lnTo>
                  <a:pt x="3970329" y="5083591"/>
                </a:lnTo>
                <a:lnTo>
                  <a:pt x="3961251" y="5050324"/>
                </a:lnTo>
                <a:lnTo>
                  <a:pt x="3927490" y="4960404"/>
                </a:lnTo>
                <a:close/>
                <a:moveTo>
                  <a:pt x="3334402" y="4960404"/>
                </a:moveTo>
                <a:lnTo>
                  <a:pt x="3334402" y="4980344"/>
                </a:lnTo>
                <a:lnTo>
                  <a:pt x="3357429" y="4984531"/>
                </a:lnTo>
                <a:lnTo>
                  <a:pt x="3357429" y="5109360"/>
                </a:lnTo>
                <a:lnTo>
                  <a:pt x="3333807" y="5112051"/>
                </a:lnTo>
                <a:lnTo>
                  <a:pt x="3333807" y="5132144"/>
                </a:lnTo>
                <a:lnTo>
                  <a:pt x="3435286" y="5132144"/>
                </a:lnTo>
                <a:lnTo>
                  <a:pt x="3435286" y="5111937"/>
                </a:lnTo>
                <a:lnTo>
                  <a:pt x="3394620" y="5109246"/>
                </a:lnTo>
                <a:lnTo>
                  <a:pt x="3394620" y="4982640"/>
                </a:lnTo>
                <a:lnTo>
                  <a:pt x="3439468" y="4984059"/>
                </a:lnTo>
                <a:lnTo>
                  <a:pt x="3446954" y="5028388"/>
                </a:lnTo>
                <a:lnTo>
                  <a:pt x="3471467" y="5028388"/>
                </a:lnTo>
                <a:lnTo>
                  <a:pt x="3469857" y="4960404"/>
                </a:lnTo>
                <a:close/>
                <a:moveTo>
                  <a:pt x="2736123" y="4960404"/>
                </a:moveTo>
                <a:lnTo>
                  <a:pt x="2736123" y="4980325"/>
                </a:lnTo>
                <a:lnTo>
                  <a:pt x="2757654" y="4984512"/>
                </a:lnTo>
                <a:lnTo>
                  <a:pt x="2757654" y="5109118"/>
                </a:lnTo>
                <a:lnTo>
                  <a:pt x="2736123" y="5112108"/>
                </a:lnTo>
                <a:lnTo>
                  <a:pt x="2736123" y="5132144"/>
                </a:lnTo>
                <a:lnTo>
                  <a:pt x="2816671" y="5132144"/>
                </a:lnTo>
                <a:lnTo>
                  <a:pt x="2816671" y="5112108"/>
                </a:lnTo>
                <a:lnTo>
                  <a:pt x="2794544" y="5109118"/>
                </a:lnTo>
                <a:lnTo>
                  <a:pt x="2794544" y="4983240"/>
                </a:lnTo>
                <a:lnTo>
                  <a:pt x="2862905" y="4983240"/>
                </a:lnTo>
                <a:lnTo>
                  <a:pt x="2862905" y="5109103"/>
                </a:lnTo>
                <a:lnTo>
                  <a:pt x="2840479" y="5112094"/>
                </a:lnTo>
                <a:lnTo>
                  <a:pt x="2840479" y="5132144"/>
                </a:lnTo>
                <a:lnTo>
                  <a:pt x="2921327" y="5132144"/>
                </a:lnTo>
                <a:lnTo>
                  <a:pt x="2921327" y="5112118"/>
                </a:lnTo>
                <a:lnTo>
                  <a:pt x="2899796" y="5109127"/>
                </a:lnTo>
                <a:lnTo>
                  <a:pt x="2899796" y="4984478"/>
                </a:lnTo>
                <a:lnTo>
                  <a:pt x="2920427" y="4980292"/>
                </a:lnTo>
                <a:lnTo>
                  <a:pt x="2920427" y="4960404"/>
                </a:lnTo>
                <a:close/>
                <a:moveTo>
                  <a:pt x="2325652" y="4960404"/>
                </a:moveTo>
                <a:lnTo>
                  <a:pt x="2325652" y="4980335"/>
                </a:lnTo>
                <a:lnTo>
                  <a:pt x="2348079" y="4984521"/>
                </a:lnTo>
                <a:lnTo>
                  <a:pt x="2348079" y="5109370"/>
                </a:lnTo>
                <a:lnTo>
                  <a:pt x="2325352" y="5112061"/>
                </a:lnTo>
                <a:lnTo>
                  <a:pt x="2325352" y="5132144"/>
                </a:lnTo>
                <a:lnTo>
                  <a:pt x="2410687" y="5132144"/>
                </a:lnTo>
                <a:lnTo>
                  <a:pt x="2410687" y="5112032"/>
                </a:lnTo>
                <a:lnTo>
                  <a:pt x="2384674" y="5109341"/>
                </a:lnTo>
                <a:lnTo>
                  <a:pt x="2384674" y="5052906"/>
                </a:lnTo>
                <a:lnTo>
                  <a:pt x="2403453" y="5052906"/>
                </a:lnTo>
                <a:cubicBezTo>
                  <a:pt x="2408418" y="5052906"/>
                  <a:pt x="2413427" y="5056087"/>
                  <a:pt x="2418480" y="5062450"/>
                </a:cubicBezTo>
                <a:cubicBezTo>
                  <a:pt x="2423534" y="5068813"/>
                  <a:pt x="2429794" y="5078579"/>
                  <a:pt x="2437262" y="5091749"/>
                </a:cubicBezTo>
                <a:cubicBezTo>
                  <a:pt x="2444545" y="5104690"/>
                  <a:pt x="2450941" y="5114658"/>
                  <a:pt x="2456450" y="5121652"/>
                </a:cubicBezTo>
                <a:cubicBezTo>
                  <a:pt x="2461958" y="5128647"/>
                  <a:pt x="2467915" y="5132144"/>
                  <a:pt x="2474318" y="5132144"/>
                </a:cubicBezTo>
                <a:lnTo>
                  <a:pt x="2508761" y="5132144"/>
                </a:lnTo>
                <a:lnTo>
                  <a:pt x="2508761" y="5112132"/>
                </a:lnTo>
                <a:lnTo>
                  <a:pt x="2495750" y="5108794"/>
                </a:lnTo>
                <a:cubicBezTo>
                  <a:pt x="2493079" y="5108032"/>
                  <a:pt x="2490179" y="5105670"/>
                  <a:pt x="2487046" y="5101709"/>
                </a:cubicBezTo>
                <a:cubicBezTo>
                  <a:pt x="2483914" y="5097749"/>
                  <a:pt x="2479889" y="5093143"/>
                  <a:pt x="2474971" y="5087891"/>
                </a:cubicBezTo>
                <a:cubicBezTo>
                  <a:pt x="2466602" y="5072454"/>
                  <a:pt x="2459249" y="5060853"/>
                  <a:pt x="2452913" y="5053087"/>
                </a:cubicBezTo>
                <a:cubicBezTo>
                  <a:pt x="2446578" y="5045321"/>
                  <a:pt x="2440076" y="5040153"/>
                  <a:pt x="2433409" y="5037585"/>
                </a:cubicBezTo>
                <a:lnTo>
                  <a:pt x="2478062" y="4984769"/>
                </a:lnTo>
                <a:lnTo>
                  <a:pt x="2501583" y="4980321"/>
                </a:lnTo>
                <a:lnTo>
                  <a:pt x="2501583" y="4960404"/>
                </a:lnTo>
                <a:lnTo>
                  <a:pt x="2425817" y="4960404"/>
                </a:lnTo>
                <a:lnTo>
                  <a:pt x="2425817" y="4980340"/>
                </a:lnTo>
                <a:lnTo>
                  <a:pt x="2448544" y="4984116"/>
                </a:lnTo>
                <a:lnTo>
                  <a:pt x="2410177" y="5032765"/>
                </a:lnTo>
                <a:lnTo>
                  <a:pt x="2384674" y="5032765"/>
                </a:lnTo>
                <a:lnTo>
                  <a:pt x="2384674" y="4984583"/>
                </a:lnTo>
                <a:lnTo>
                  <a:pt x="2408296" y="4980397"/>
                </a:lnTo>
                <a:lnTo>
                  <a:pt x="2408296" y="4960404"/>
                </a:lnTo>
                <a:close/>
                <a:moveTo>
                  <a:pt x="2133133" y="4960404"/>
                </a:moveTo>
                <a:lnTo>
                  <a:pt x="2131266" y="5029284"/>
                </a:lnTo>
                <a:lnTo>
                  <a:pt x="2156603" y="5029284"/>
                </a:lnTo>
                <a:lnTo>
                  <a:pt x="2164694" y="4984040"/>
                </a:lnTo>
                <a:lnTo>
                  <a:pt x="2199436" y="4982640"/>
                </a:lnTo>
                <a:lnTo>
                  <a:pt x="2199436" y="5108965"/>
                </a:lnTo>
                <a:lnTo>
                  <a:pt x="2159075" y="5111956"/>
                </a:lnTo>
                <a:lnTo>
                  <a:pt x="2159075" y="5132144"/>
                </a:lnTo>
                <a:lnTo>
                  <a:pt x="2277298" y="5132144"/>
                </a:lnTo>
                <a:lnTo>
                  <a:pt x="2277298" y="5111956"/>
                </a:lnTo>
                <a:lnTo>
                  <a:pt x="2236631" y="5108965"/>
                </a:lnTo>
                <a:lnTo>
                  <a:pt x="2236631" y="4982640"/>
                </a:lnTo>
                <a:lnTo>
                  <a:pt x="2270779" y="4984045"/>
                </a:lnTo>
                <a:lnTo>
                  <a:pt x="2278866" y="5029284"/>
                </a:lnTo>
                <a:lnTo>
                  <a:pt x="2304207" y="5029284"/>
                </a:lnTo>
                <a:lnTo>
                  <a:pt x="2302288" y="4960404"/>
                </a:lnTo>
                <a:close/>
                <a:moveTo>
                  <a:pt x="8134511" y="4956813"/>
                </a:moveTo>
                <a:cubicBezTo>
                  <a:pt x="8125017" y="4956813"/>
                  <a:pt x="8115571" y="4958243"/>
                  <a:pt x="8106171" y="4961104"/>
                </a:cubicBezTo>
                <a:cubicBezTo>
                  <a:pt x="8096772" y="4963965"/>
                  <a:pt x="8088471" y="4967247"/>
                  <a:pt x="8081271" y="4970953"/>
                </a:cubicBezTo>
                <a:cubicBezTo>
                  <a:pt x="8074070" y="4974658"/>
                  <a:pt x="8068774" y="4978128"/>
                  <a:pt x="8065383" y="4981364"/>
                </a:cubicBezTo>
                <a:lnTo>
                  <a:pt x="8074503" y="5000580"/>
                </a:lnTo>
                <a:cubicBezTo>
                  <a:pt x="8084123" y="4996284"/>
                  <a:pt x="8092892" y="4992719"/>
                  <a:pt x="8100809" y="4989884"/>
                </a:cubicBezTo>
                <a:cubicBezTo>
                  <a:pt x="8108726" y="4987048"/>
                  <a:pt x="8117567" y="4985631"/>
                  <a:pt x="8127334" y="4985631"/>
                </a:cubicBezTo>
                <a:cubicBezTo>
                  <a:pt x="8135725" y="4985631"/>
                  <a:pt x="8142093" y="4986739"/>
                  <a:pt x="8146438" y="4988955"/>
                </a:cubicBezTo>
                <a:cubicBezTo>
                  <a:pt x="8150784" y="4991171"/>
                  <a:pt x="8153859" y="4994718"/>
                  <a:pt x="8155666" y="4999597"/>
                </a:cubicBezTo>
                <a:cubicBezTo>
                  <a:pt x="8157472" y="5004475"/>
                  <a:pt x="8158376" y="5011362"/>
                  <a:pt x="8158376" y="5020259"/>
                </a:cubicBezTo>
                <a:lnTo>
                  <a:pt x="8158376" y="5025993"/>
                </a:lnTo>
                <a:cubicBezTo>
                  <a:pt x="8131156" y="5026558"/>
                  <a:pt x="8107806" y="5031451"/>
                  <a:pt x="8088324" y="5040673"/>
                </a:cubicBezTo>
                <a:cubicBezTo>
                  <a:pt x="8068842" y="5049895"/>
                  <a:pt x="8059101" y="5064418"/>
                  <a:pt x="8059101" y="5084243"/>
                </a:cubicBezTo>
                <a:cubicBezTo>
                  <a:pt x="8059101" y="5100769"/>
                  <a:pt x="8064140" y="5113432"/>
                  <a:pt x="8074215" y="5122233"/>
                </a:cubicBezTo>
                <a:cubicBezTo>
                  <a:pt x="8084291" y="5131035"/>
                  <a:pt x="8096914" y="5135435"/>
                  <a:pt x="8112084" y="5135435"/>
                </a:cubicBezTo>
                <a:cubicBezTo>
                  <a:pt x="8123587" y="5135435"/>
                  <a:pt x="8133860" y="5132836"/>
                  <a:pt x="8142905" y="5127639"/>
                </a:cubicBezTo>
                <a:cubicBezTo>
                  <a:pt x="8151949" y="5122441"/>
                  <a:pt x="8157803" y="5117066"/>
                  <a:pt x="8160466" y="5111513"/>
                </a:cubicBezTo>
                <a:lnTo>
                  <a:pt x="8160466" y="5118333"/>
                </a:lnTo>
                <a:cubicBezTo>
                  <a:pt x="8160466" y="5125077"/>
                  <a:pt x="8161779" y="5129563"/>
                  <a:pt x="8164403" y="5131792"/>
                </a:cubicBezTo>
                <a:cubicBezTo>
                  <a:pt x="8167026" y="5134021"/>
                  <a:pt x="8171515" y="5135135"/>
                  <a:pt x="8177868" y="5135135"/>
                </a:cubicBezTo>
                <a:cubicBezTo>
                  <a:pt x="8182762" y="5135135"/>
                  <a:pt x="8188277" y="5134632"/>
                  <a:pt x="8194418" y="5133625"/>
                </a:cubicBezTo>
                <a:cubicBezTo>
                  <a:pt x="8200559" y="5132619"/>
                  <a:pt x="8206423" y="5131416"/>
                  <a:pt x="8212011" y="5130015"/>
                </a:cubicBezTo>
                <a:lnTo>
                  <a:pt x="8212011" y="5111704"/>
                </a:lnTo>
                <a:lnTo>
                  <a:pt x="8194371" y="5111704"/>
                </a:lnTo>
                <a:lnTo>
                  <a:pt x="8194371" y="5018463"/>
                </a:lnTo>
                <a:cubicBezTo>
                  <a:pt x="8194371" y="5003804"/>
                  <a:pt x="8192475" y="4991949"/>
                  <a:pt x="8188687" y="4982897"/>
                </a:cubicBezTo>
                <a:cubicBezTo>
                  <a:pt x="8184897" y="4973845"/>
                  <a:pt x="8178567" y="4967235"/>
                  <a:pt x="8169696" y="4963066"/>
                </a:cubicBezTo>
                <a:cubicBezTo>
                  <a:pt x="8160825" y="4958897"/>
                  <a:pt x="8149097" y="4956813"/>
                  <a:pt x="8134511" y="4956813"/>
                </a:cubicBezTo>
                <a:close/>
                <a:moveTo>
                  <a:pt x="6791486" y="4956813"/>
                </a:moveTo>
                <a:cubicBezTo>
                  <a:pt x="6781992" y="4956813"/>
                  <a:pt x="6772547" y="4958243"/>
                  <a:pt x="6763147" y="4961104"/>
                </a:cubicBezTo>
                <a:cubicBezTo>
                  <a:pt x="6753748" y="4963965"/>
                  <a:pt x="6745446" y="4967247"/>
                  <a:pt x="6738246" y="4970953"/>
                </a:cubicBezTo>
                <a:cubicBezTo>
                  <a:pt x="6731045" y="4974658"/>
                  <a:pt x="6725749" y="4978128"/>
                  <a:pt x="6722358" y="4981364"/>
                </a:cubicBezTo>
                <a:lnTo>
                  <a:pt x="6731479" y="5000580"/>
                </a:lnTo>
                <a:cubicBezTo>
                  <a:pt x="6741099" y="4996284"/>
                  <a:pt x="6749868" y="4992719"/>
                  <a:pt x="6757784" y="4989884"/>
                </a:cubicBezTo>
                <a:cubicBezTo>
                  <a:pt x="6765701" y="4987048"/>
                  <a:pt x="6774543" y="4985631"/>
                  <a:pt x="6784309" y="4985631"/>
                </a:cubicBezTo>
                <a:cubicBezTo>
                  <a:pt x="6792700" y="4985631"/>
                  <a:pt x="6799069" y="4986739"/>
                  <a:pt x="6803413" y="4988955"/>
                </a:cubicBezTo>
                <a:cubicBezTo>
                  <a:pt x="6807759" y="4991171"/>
                  <a:pt x="6810835" y="4994718"/>
                  <a:pt x="6812641" y="4999597"/>
                </a:cubicBezTo>
                <a:cubicBezTo>
                  <a:pt x="6814448" y="5004475"/>
                  <a:pt x="6815351" y="5011362"/>
                  <a:pt x="6815351" y="5020259"/>
                </a:cubicBezTo>
                <a:lnTo>
                  <a:pt x="6815351" y="5025993"/>
                </a:lnTo>
                <a:cubicBezTo>
                  <a:pt x="6788131" y="5026558"/>
                  <a:pt x="6764781" y="5031451"/>
                  <a:pt x="6745300" y="5040673"/>
                </a:cubicBezTo>
                <a:cubicBezTo>
                  <a:pt x="6725818" y="5049895"/>
                  <a:pt x="6716077" y="5064418"/>
                  <a:pt x="6716077" y="5084243"/>
                </a:cubicBezTo>
                <a:cubicBezTo>
                  <a:pt x="6716077" y="5100769"/>
                  <a:pt x="6721115" y="5113432"/>
                  <a:pt x="6731191" y="5122233"/>
                </a:cubicBezTo>
                <a:cubicBezTo>
                  <a:pt x="6741266" y="5131035"/>
                  <a:pt x="6753889" y="5135435"/>
                  <a:pt x="6769059" y="5135435"/>
                </a:cubicBezTo>
                <a:cubicBezTo>
                  <a:pt x="6780563" y="5135435"/>
                  <a:pt x="6790836" y="5132836"/>
                  <a:pt x="6799880" y="5127639"/>
                </a:cubicBezTo>
                <a:cubicBezTo>
                  <a:pt x="6808925" y="5122441"/>
                  <a:pt x="6814779" y="5117066"/>
                  <a:pt x="6817442" y="5111513"/>
                </a:cubicBezTo>
                <a:lnTo>
                  <a:pt x="6817442" y="5118333"/>
                </a:lnTo>
                <a:cubicBezTo>
                  <a:pt x="6817442" y="5125077"/>
                  <a:pt x="6818754" y="5129563"/>
                  <a:pt x="6821378" y="5131792"/>
                </a:cubicBezTo>
                <a:cubicBezTo>
                  <a:pt x="6824001" y="5134021"/>
                  <a:pt x="6828491" y="5135135"/>
                  <a:pt x="6834844" y="5135135"/>
                </a:cubicBezTo>
                <a:cubicBezTo>
                  <a:pt x="6839737" y="5135135"/>
                  <a:pt x="6845253" y="5134632"/>
                  <a:pt x="6851394" y="5133625"/>
                </a:cubicBezTo>
                <a:cubicBezTo>
                  <a:pt x="6857534" y="5132619"/>
                  <a:pt x="6863398" y="5131416"/>
                  <a:pt x="6868986" y="5130015"/>
                </a:cubicBezTo>
                <a:lnTo>
                  <a:pt x="6868986" y="5111704"/>
                </a:lnTo>
                <a:lnTo>
                  <a:pt x="6851346" y="5111704"/>
                </a:lnTo>
                <a:lnTo>
                  <a:pt x="6851346" y="5018463"/>
                </a:lnTo>
                <a:cubicBezTo>
                  <a:pt x="6851346" y="5003804"/>
                  <a:pt x="6849451" y="4991949"/>
                  <a:pt x="6845662" y="4982897"/>
                </a:cubicBezTo>
                <a:cubicBezTo>
                  <a:pt x="6841873" y="4973845"/>
                  <a:pt x="6835542" y="4967235"/>
                  <a:pt x="6826672" y="4963066"/>
                </a:cubicBezTo>
                <a:cubicBezTo>
                  <a:pt x="6817801" y="4958897"/>
                  <a:pt x="6806073" y="4956813"/>
                  <a:pt x="6791486" y="4956813"/>
                </a:cubicBezTo>
                <a:close/>
                <a:moveTo>
                  <a:pt x="3753012" y="4956813"/>
                </a:moveTo>
                <a:cubicBezTo>
                  <a:pt x="3743519" y="4956813"/>
                  <a:pt x="3734072" y="4958243"/>
                  <a:pt x="3724672" y="4961104"/>
                </a:cubicBezTo>
                <a:cubicBezTo>
                  <a:pt x="3715272" y="4963965"/>
                  <a:pt x="3706973" y="4967247"/>
                  <a:pt x="3699772" y="4970953"/>
                </a:cubicBezTo>
                <a:cubicBezTo>
                  <a:pt x="3692571" y="4974658"/>
                  <a:pt x="3687275" y="4978128"/>
                  <a:pt x="3683884" y="4981364"/>
                </a:cubicBezTo>
                <a:lnTo>
                  <a:pt x="3693004" y="5000580"/>
                </a:lnTo>
                <a:cubicBezTo>
                  <a:pt x="3702625" y="4996284"/>
                  <a:pt x="3711392" y="4992719"/>
                  <a:pt x="3719310" y="4989884"/>
                </a:cubicBezTo>
                <a:cubicBezTo>
                  <a:pt x="3727227" y="4987048"/>
                  <a:pt x="3736068" y="4985631"/>
                  <a:pt x="3745834" y="4985631"/>
                </a:cubicBezTo>
                <a:cubicBezTo>
                  <a:pt x="3754227" y="4985631"/>
                  <a:pt x="3760594" y="4986739"/>
                  <a:pt x="3764940" y="4988955"/>
                </a:cubicBezTo>
                <a:cubicBezTo>
                  <a:pt x="3769284" y="4991171"/>
                  <a:pt x="3772360" y="4994718"/>
                  <a:pt x="3774167" y="4999597"/>
                </a:cubicBezTo>
                <a:cubicBezTo>
                  <a:pt x="3775973" y="5004475"/>
                  <a:pt x="3776876" y="5011362"/>
                  <a:pt x="3776876" y="5020259"/>
                </a:cubicBezTo>
                <a:lnTo>
                  <a:pt x="3776876" y="5025993"/>
                </a:lnTo>
                <a:cubicBezTo>
                  <a:pt x="3749658" y="5026558"/>
                  <a:pt x="3726307" y="5031451"/>
                  <a:pt x="3706825" y="5040673"/>
                </a:cubicBezTo>
                <a:cubicBezTo>
                  <a:pt x="3687343" y="5049895"/>
                  <a:pt x="3677602" y="5064418"/>
                  <a:pt x="3677602" y="5084243"/>
                </a:cubicBezTo>
                <a:cubicBezTo>
                  <a:pt x="3677602" y="5100769"/>
                  <a:pt x="3682640" y="5113432"/>
                  <a:pt x="3692716" y="5122233"/>
                </a:cubicBezTo>
                <a:cubicBezTo>
                  <a:pt x="3702792" y="5131035"/>
                  <a:pt x="3715415" y="5135435"/>
                  <a:pt x="3730585" y="5135435"/>
                </a:cubicBezTo>
                <a:cubicBezTo>
                  <a:pt x="3742088" y="5135435"/>
                  <a:pt x="3752361" y="5132836"/>
                  <a:pt x="3761406" y="5127639"/>
                </a:cubicBezTo>
                <a:cubicBezTo>
                  <a:pt x="3770449" y="5122441"/>
                  <a:pt x="3776303" y="5117066"/>
                  <a:pt x="3778967" y="5111513"/>
                </a:cubicBezTo>
                <a:lnTo>
                  <a:pt x="3778967" y="5118333"/>
                </a:lnTo>
                <a:cubicBezTo>
                  <a:pt x="3778967" y="5125077"/>
                  <a:pt x="3780279" y="5129563"/>
                  <a:pt x="3782903" y="5131792"/>
                </a:cubicBezTo>
                <a:cubicBezTo>
                  <a:pt x="3785527" y="5134021"/>
                  <a:pt x="3790016" y="5135135"/>
                  <a:pt x="3796370" y="5135135"/>
                </a:cubicBezTo>
                <a:cubicBezTo>
                  <a:pt x="3801261" y="5135135"/>
                  <a:pt x="3806779" y="5134632"/>
                  <a:pt x="3812918" y="5133625"/>
                </a:cubicBezTo>
                <a:cubicBezTo>
                  <a:pt x="3819060" y="5132619"/>
                  <a:pt x="3824924" y="5131416"/>
                  <a:pt x="3830512" y="5130015"/>
                </a:cubicBezTo>
                <a:lnTo>
                  <a:pt x="3830512" y="5111704"/>
                </a:lnTo>
                <a:lnTo>
                  <a:pt x="3812871" y="5111704"/>
                </a:lnTo>
                <a:lnTo>
                  <a:pt x="3812871" y="5018463"/>
                </a:lnTo>
                <a:cubicBezTo>
                  <a:pt x="3812871" y="5003804"/>
                  <a:pt x="3810977" y="4991949"/>
                  <a:pt x="3807187" y="4982897"/>
                </a:cubicBezTo>
                <a:cubicBezTo>
                  <a:pt x="3803398" y="4973845"/>
                  <a:pt x="3797068" y="4967235"/>
                  <a:pt x="3788196" y="4963066"/>
                </a:cubicBezTo>
                <a:cubicBezTo>
                  <a:pt x="3779326" y="4958897"/>
                  <a:pt x="3767598" y="4956813"/>
                  <a:pt x="3753012" y="4956813"/>
                </a:cubicBezTo>
                <a:close/>
                <a:moveTo>
                  <a:pt x="2590962" y="4956813"/>
                </a:moveTo>
                <a:cubicBezTo>
                  <a:pt x="2581468" y="4956813"/>
                  <a:pt x="2572022" y="4958243"/>
                  <a:pt x="2562622" y="4961104"/>
                </a:cubicBezTo>
                <a:cubicBezTo>
                  <a:pt x="2553223" y="4963965"/>
                  <a:pt x="2544922" y="4967247"/>
                  <a:pt x="2537722" y="4970953"/>
                </a:cubicBezTo>
                <a:cubicBezTo>
                  <a:pt x="2530521" y="4974658"/>
                  <a:pt x="2525225" y="4978128"/>
                  <a:pt x="2521834" y="4981364"/>
                </a:cubicBezTo>
                <a:lnTo>
                  <a:pt x="2530954" y="5000580"/>
                </a:lnTo>
                <a:cubicBezTo>
                  <a:pt x="2540574" y="4996284"/>
                  <a:pt x="2549343" y="4992719"/>
                  <a:pt x="2557260" y="4989884"/>
                </a:cubicBezTo>
                <a:cubicBezTo>
                  <a:pt x="2565177" y="4987048"/>
                  <a:pt x="2574018" y="4985631"/>
                  <a:pt x="2583784" y="4985631"/>
                </a:cubicBezTo>
                <a:cubicBezTo>
                  <a:pt x="2592176" y="4985631"/>
                  <a:pt x="2598544" y="4986739"/>
                  <a:pt x="2602889" y="4988955"/>
                </a:cubicBezTo>
                <a:cubicBezTo>
                  <a:pt x="2607235" y="4991171"/>
                  <a:pt x="2610310" y="4994718"/>
                  <a:pt x="2612117" y="4999597"/>
                </a:cubicBezTo>
                <a:cubicBezTo>
                  <a:pt x="2613923" y="5004475"/>
                  <a:pt x="2614827" y="5011362"/>
                  <a:pt x="2614827" y="5020259"/>
                </a:cubicBezTo>
                <a:lnTo>
                  <a:pt x="2614827" y="5025993"/>
                </a:lnTo>
                <a:cubicBezTo>
                  <a:pt x="2587607" y="5026558"/>
                  <a:pt x="2564257" y="5031451"/>
                  <a:pt x="2544775" y="5040673"/>
                </a:cubicBezTo>
                <a:cubicBezTo>
                  <a:pt x="2525293" y="5049895"/>
                  <a:pt x="2515552" y="5064418"/>
                  <a:pt x="2515552" y="5084243"/>
                </a:cubicBezTo>
                <a:cubicBezTo>
                  <a:pt x="2515552" y="5100769"/>
                  <a:pt x="2520590" y="5113432"/>
                  <a:pt x="2530666" y="5122233"/>
                </a:cubicBezTo>
                <a:cubicBezTo>
                  <a:pt x="2540742" y="5131035"/>
                  <a:pt x="2553365" y="5135435"/>
                  <a:pt x="2568535" y="5135435"/>
                </a:cubicBezTo>
                <a:cubicBezTo>
                  <a:pt x="2580038" y="5135435"/>
                  <a:pt x="2590312" y="5132836"/>
                  <a:pt x="2599355" y="5127639"/>
                </a:cubicBezTo>
                <a:cubicBezTo>
                  <a:pt x="2608400" y="5122441"/>
                  <a:pt x="2614253" y="5117066"/>
                  <a:pt x="2616917" y="5111513"/>
                </a:cubicBezTo>
                <a:lnTo>
                  <a:pt x="2616917" y="5118333"/>
                </a:lnTo>
                <a:cubicBezTo>
                  <a:pt x="2616917" y="5125077"/>
                  <a:pt x="2618229" y="5129563"/>
                  <a:pt x="2620854" y="5131792"/>
                </a:cubicBezTo>
                <a:cubicBezTo>
                  <a:pt x="2623478" y="5134021"/>
                  <a:pt x="2627966" y="5135135"/>
                  <a:pt x="2634319" y="5135135"/>
                </a:cubicBezTo>
                <a:cubicBezTo>
                  <a:pt x="2639212" y="5135135"/>
                  <a:pt x="2644728" y="5134632"/>
                  <a:pt x="2650869" y="5133625"/>
                </a:cubicBezTo>
                <a:cubicBezTo>
                  <a:pt x="2657009" y="5132619"/>
                  <a:pt x="2662874" y="5131416"/>
                  <a:pt x="2668462" y="5130015"/>
                </a:cubicBezTo>
                <a:lnTo>
                  <a:pt x="2668462" y="5111704"/>
                </a:lnTo>
                <a:lnTo>
                  <a:pt x="2650821" y="5111704"/>
                </a:lnTo>
                <a:lnTo>
                  <a:pt x="2650821" y="5018463"/>
                </a:lnTo>
                <a:cubicBezTo>
                  <a:pt x="2650821" y="5003804"/>
                  <a:pt x="2648927" y="4991949"/>
                  <a:pt x="2645138" y="4982897"/>
                </a:cubicBezTo>
                <a:cubicBezTo>
                  <a:pt x="2641348" y="4973845"/>
                  <a:pt x="2635018" y="4967235"/>
                  <a:pt x="2626147" y="4963066"/>
                </a:cubicBezTo>
                <a:cubicBezTo>
                  <a:pt x="2617276" y="4958897"/>
                  <a:pt x="2605548" y="4956813"/>
                  <a:pt x="2590962" y="4956813"/>
                </a:cubicBezTo>
                <a:close/>
                <a:moveTo>
                  <a:pt x="1695612" y="4956813"/>
                </a:moveTo>
                <a:cubicBezTo>
                  <a:pt x="1686118" y="4956813"/>
                  <a:pt x="1676672" y="4958243"/>
                  <a:pt x="1667272" y="4961104"/>
                </a:cubicBezTo>
                <a:cubicBezTo>
                  <a:pt x="1657873" y="4963965"/>
                  <a:pt x="1649572" y="4967247"/>
                  <a:pt x="1642372" y="4970953"/>
                </a:cubicBezTo>
                <a:cubicBezTo>
                  <a:pt x="1635171" y="4974658"/>
                  <a:pt x="1629875" y="4978128"/>
                  <a:pt x="1626484" y="4981364"/>
                </a:cubicBezTo>
                <a:lnTo>
                  <a:pt x="1635604" y="5000580"/>
                </a:lnTo>
                <a:cubicBezTo>
                  <a:pt x="1645224" y="4996284"/>
                  <a:pt x="1653993" y="4992719"/>
                  <a:pt x="1661910" y="4989884"/>
                </a:cubicBezTo>
                <a:cubicBezTo>
                  <a:pt x="1669827" y="4987048"/>
                  <a:pt x="1678668" y="4985631"/>
                  <a:pt x="1688434" y="4985631"/>
                </a:cubicBezTo>
                <a:cubicBezTo>
                  <a:pt x="1696826" y="4985631"/>
                  <a:pt x="1703194" y="4986739"/>
                  <a:pt x="1707539" y="4988955"/>
                </a:cubicBezTo>
                <a:cubicBezTo>
                  <a:pt x="1711884" y="4991171"/>
                  <a:pt x="1714960" y="4994718"/>
                  <a:pt x="1716767" y="4999597"/>
                </a:cubicBezTo>
                <a:cubicBezTo>
                  <a:pt x="1718573" y="5004475"/>
                  <a:pt x="1719476" y="5011362"/>
                  <a:pt x="1719476" y="5020259"/>
                </a:cubicBezTo>
                <a:lnTo>
                  <a:pt x="1719476" y="5025993"/>
                </a:lnTo>
                <a:cubicBezTo>
                  <a:pt x="1692257" y="5026558"/>
                  <a:pt x="1668907" y="5031451"/>
                  <a:pt x="1649425" y="5040673"/>
                </a:cubicBezTo>
                <a:cubicBezTo>
                  <a:pt x="1629943" y="5049895"/>
                  <a:pt x="1620202" y="5064418"/>
                  <a:pt x="1620202" y="5084243"/>
                </a:cubicBezTo>
                <a:cubicBezTo>
                  <a:pt x="1620202" y="5100769"/>
                  <a:pt x="1625240" y="5113432"/>
                  <a:pt x="1635316" y="5122233"/>
                </a:cubicBezTo>
                <a:cubicBezTo>
                  <a:pt x="1645392" y="5131035"/>
                  <a:pt x="1658015" y="5135435"/>
                  <a:pt x="1673185" y="5135435"/>
                </a:cubicBezTo>
                <a:cubicBezTo>
                  <a:pt x="1684688" y="5135435"/>
                  <a:pt x="1694961" y="5132836"/>
                  <a:pt x="1704006" y="5127639"/>
                </a:cubicBezTo>
                <a:cubicBezTo>
                  <a:pt x="1713049" y="5122441"/>
                  <a:pt x="1718903" y="5117066"/>
                  <a:pt x="1721567" y="5111513"/>
                </a:cubicBezTo>
                <a:lnTo>
                  <a:pt x="1721567" y="5118333"/>
                </a:lnTo>
                <a:cubicBezTo>
                  <a:pt x="1721567" y="5125077"/>
                  <a:pt x="1722879" y="5129563"/>
                  <a:pt x="1725503" y="5131792"/>
                </a:cubicBezTo>
                <a:cubicBezTo>
                  <a:pt x="1728127" y="5134021"/>
                  <a:pt x="1732616" y="5135135"/>
                  <a:pt x="1738970" y="5135135"/>
                </a:cubicBezTo>
                <a:cubicBezTo>
                  <a:pt x="1743862" y="5135135"/>
                  <a:pt x="1749379" y="5134632"/>
                  <a:pt x="1755519" y="5133625"/>
                </a:cubicBezTo>
                <a:cubicBezTo>
                  <a:pt x="1761660" y="5132619"/>
                  <a:pt x="1767524" y="5131416"/>
                  <a:pt x="1773112" y="5130015"/>
                </a:cubicBezTo>
                <a:lnTo>
                  <a:pt x="1773112" y="5111704"/>
                </a:lnTo>
                <a:lnTo>
                  <a:pt x="1755471" y="5111704"/>
                </a:lnTo>
                <a:lnTo>
                  <a:pt x="1755471" y="5018463"/>
                </a:lnTo>
                <a:cubicBezTo>
                  <a:pt x="1755471" y="5003804"/>
                  <a:pt x="1753577" y="4991949"/>
                  <a:pt x="1749787" y="4982897"/>
                </a:cubicBezTo>
                <a:cubicBezTo>
                  <a:pt x="1745998" y="4973845"/>
                  <a:pt x="1739668" y="4967235"/>
                  <a:pt x="1730797" y="4963066"/>
                </a:cubicBezTo>
                <a:cubicBezTo>
                  <a:pt x="1721926" y="4958897"/>
                  <a:pt x="1710197" y="4956813"/>
                  <a:pt x="1695612" y="4956813"/>
                </a:cubicBezTo>
                <a:close/>
                <a:moveTo>
                  <a:pt x="1338400" y="4956813"/>
                </a:moveTo>
                <a:cubicBezTo>
                  <a:pt x="1325615" y="4956813"/>
                  <a:pt x="1312159" y="4958475"/>
                  <a:pt x="1298033" y="4961799"/>
                </a:cubicBezTo>
                <a:cubicBezTo>
                  <a:pt x="1288486" y="4963860"/>
                  <a:pt x="1279696" y="4964890"/>
                  <a:pt x="1271663" y="4964890"/>
                </a:cubicBezTo>
                <a:lnTo>
                  <a:pt x="1271663" y="5014934"/>
                </a:lnTo>
                <a:lnTo>
                  <a:pt x="1296714" y="5014934"/>
                </a:lnTo>
                <a:lnTo>
                  <a:pt x="1301467" y="4987369"/>
                </a:lnTo>
                <a:cubicBezTo>
                  <a:pt x="1303077" y="4985759"/>
                  <a:pt x="1306843" y="4983921"/>
                  <a:pt x="1312766" y="4981854"/>
                </a:cubicBezTo>
                <a:cubicBezTo>
                  <a:pt x="1318689" y="4979787"/>
                  <a:pt x="1325740" y="4978754"/>
                  <a:pt x="1333919" y="4978754"/>
                </a:cubicBezTo>
                <a:cubicBezTo>
                  <a:pt x="1345323" y="4978754"/>
                  <a:pt x="1353347" y="4980637"/>
                  <a:pt x="1357991" y="4984404"/>
                </a:cubicBezTo>
                <a:cubicBezTo>
                  <a:pt x="1362634" y="4988171"/>
                  <a:pt x="1364956" y="4993743"/>
                  <a:pt x="1364956" y="5001118"/>
                </a:cubicBezTo>
                <a:cubicBezTo>
                  <a:pt x="1364956" y="5009142"/>
                  <a:pt x="1362038" y="5015752"/>
                  <a:pt x="1356203" y="5020949"/>
                </a:cubicBezTo>
                <a:cubicBezTo>
                  <a:pt x="1350367" y="5026147"/>
                  <a:pt x="1342013" y="5029401"/>
                  <a:pt x="1331142" y="5030713"/>
                </a:cubicBezTo>
                <a:lnTo>
                  <a:pt x="1315959" y="5032522"/>
                </a:lnTo>
                <a:lnTo>
                  <a:pt x="1315621" y="5056792"/>
                </a:lnTo>
                <a:cubicBezTo>
                  <a:pt x="1318660" y="5056573"/>
                  <a:pt x="1322485" y="5056163"/>
                  <a:pt x="1327096" y="5055561"/>
                </a:cubicBezTo>
                <a:cubicBezTo>
                  <a:pt x="1331708" y="5054959"/>
                  <a:pt x="1334920" y="5054568"/>
                  <a:pt x="1336733" y="5054387"/>
                </a:cubicBezTo>
                <a:cubicBezTo>
                  <a:pt x="1360133" y="5053600"/>
                  <a:pt x="1371833" y="5063053"/>
                  <a:pt x="1371833" y="5082748"/>
                </a:cubicBezTo>
                <a:cubicBezTo>
                  <a:pt x="1371833" y="5092130"/>
                  <a:pt x="1368705" y="5099450"/>
                  <a:pt x="1362448" y="5104710"/>
                </a:cubicBezTo>
                <a:cubicBezTo>
                  <a:pt x="1356192" y="5109969"/>
                  <a:pt x="1346382" y="5112599"/>
                  <a:pt x="1333019" y="5112599"/>
                </a:cubicBezTo>
                <a:cubicBezTo>
                  <a:pt x="1326087" y="5112599"/>
                  <a:pt x="1319596" y="5111854"/>
                  <a:pt x="1313543" y="5110363"/>
                </a:cubicBezTo>
                <a:cubicBezTo>
                  <a:pt x="1307489" y="5108872"/>
                  <a:pt x="1303450" y="5107114"/>
                  <a:pt x="1301424" y="5105088"/>
                </a:cubicBezTo>
                <a:lnTo>
                  <a:pt x="1296319" y="5082100"/>
                </a:lnTo>
                <a:lnTo>
                  <a:pt x="1272478" y="5082100"/>
                </a:lnTo>
                <a:lnTo>
                  <a:pt x="1269273" y="5122467"/>
                </a:lnTo>
                <a:cubicBezTo>
                  <a:pt x="1277877" y="5125861"/>
                  <a:pt x="1287739" y="5128721"/>
                  <a:pt x="1298860" y="5131046"/>
                </a:cubicBezTo>
                <a:cubicBezTo>
                  <a:pt x="1309980" y="5133372"/>
                  <a:pt x="1322663" y="5134535"/>
                  <a:pt x="1336910" y="5134535"/>
                </a:cubicBezTo>
                <a:cubicBezTo>
                  <a:pt x="1361722" y="5134535"/>
                  <a:pt x="1380692" y="5129652"/>
                  <a:pt x="1393819" y="5119886"/>
                </a:cubicBezTo>
                <a:cubicBezTo>
                  <a:pt x="1406946" y="5110119"/>
                  <a:pt x="1413509" y="5096545"/>
                  <a:pt x="1413509" y="5079161"/>
                </a:cubicBezTo>
                <a:cubicBezTo>
                  <a:pt x="1413509" y="5067462"/>
                  <a:pt x="1409300" y="5057775"/>
                  <a:pt x="1400879" y="5050101"/>
                </a:cubicBezTo>
                <a:cubicBezTo>
                  <a:pt x="1392459" y="5042427"/>
                  <a:pt x="1381820" y="5038352"/>
                  <a:pt x="1368961" y="5037875"/>
                </a:cubicBezTo>
                <a:cubicBezTo>
                  <a:pt x="1378629" y="5037066"/>
                  <a:pt x="1386876" y="5032821"/>
                  <a:pt x="1393702" y="5025140"/>
                </a:cubicBezTo>
                <a:cubicBezTo>
                  <a:pt x="1400529" y="5017460"/>
                  <a:pt x="1403942" y="5008956"/>
                  <a:pt x="1403942" y="4999628"/>
                </a:cubicBezTo>
                <a:cubicBezTo>
                  <a:pt x="1403942" y="4985962"/>
                  <a:pt x="1398310" y="4975410"/>
                  <a:pt x="1387047" y="4967971"/>
                </a:cubicBezTo>
                <a:cubicBezTo>
                  <a:pt x="1375784" y="4960532"/>
                  <a:pt x="1359568" y="4956813"/>
                  <a:pt x="1338400" y="4956813"/>
                </a:cubicBezTo>
                <a:close/>
                <a:moveTo>
                  <a:pt x="1162211" y="4956813"/>
                </a:moveTo>
                <a:cubicBezTo>
                  <a:pt x="1152718" y="4956813"/>
                  <a:pt x="1143272" y="4958243"/>
                  <a:pt x="1133872" y="4961104"/>
                </a:cubicBezTo>
                <a:cubicBezTo>
                  <a:pt x="1124473" y="4963965"/>
                  <a:pt x="1116172" y="4967247"/>
                  <a:pt x="1108971" y="4970953"/>
                </a:cubicBezTo>
                <a:cubicBezTo>
                  <a:pt x="1101771" y="4974658"/>
                  <a:pt x="1096475" y="4978128"/>
                  <a:pt x="1093084" y="4981364"/>
                </a:cubicBezTo>
                <a:lnTo>
                  <a:pt x="1102204" y="5000580"/>
                </a:lnTo>
                <a:cubicBezTo>
                  <a:pt x="1111824" y="4996284"/>
                  <a:pt x="1120593" y="4992719"/>
                  <a:pt x="1128510" y="4989884"/>
                </a:cubicBezTo>
                <a:cubicBezTo>
                  <a:pt x="1136426" y="4987048"/>
                  <a:pt x="1145268" y="4985631"/>
                  <a:pt x="1155034" y="4985631"/>
                </a:cubicBezTo>
                <a:cubicBezTo>
                  <a:pt x="1163426" y="4985631"/>
                  <a:pt x="1169794" y="4986739"/>
                  <a:pt x="1174139" y="4988955"/>
                </a:cubicBezTo>
                <a:cubicBezTo>
                  <a:pt x="1178484" y="4991171"/>
                  <a:pt x="1181560" y="4994718"/>
                  <a:pt x="1183366" y="4999597"/>
                </a:cubicBezTo>
                <a:cubicBezTo>
                  <a:pt x="1185173" y="5004475"/>
                  <a:pt x="1186076" y="5011362"/>
                  <a:pt x="1186076" y="5020259"/>
                </a:cubicBezTo>
                <a:lnTo>
                  <a:pt x="1186076" y="5025993"/>
                </a:lnTo>
                <a:cubicBezTo>
                  <a:pt x="1158857" y="5026558"/>
                  <a:pt x="1135507" y="5031451"/>
                  <a:pt x="1116025" y="5040673"/>
                </a:cubicBezTo>
                <a:cubicBezTo>
                  <a:pt x="1096543" y="5049895"/>
                  <a:pt x="1086802" y="5064418"/>
                  <a:pt x="1086802" y="5084243"/>
                </a:cubicBezTo>
                <a:cubicBezTo>
                  <a:pt x="1086802" y="5100769"/>
                  <a:pt x="1091840" y="5113432"/>
                  <a:pt x="1101916" y="5122233"/>
                </a:cubicBezTo>
                <a:cubicBezTo>
                  <a:pt x="1111992" y="5131035"/>
                  <a:pt x="1124615" y="5135435"/>
                  <a:pt x="1139785" y="5135435"/>
                </a:cubicBezTo>
                <a:cubicBezTo>
                  <a:pt x="1151288" y="5135435"/>
                  <a:pt x="1161561" y="5132836"/>
                  <a:pt x="1170605" y="5127639"/>
                </a:cubicBezTo>
                <a:cubicBezTo>
                  <a:pt x="1179650" y="5122441"/>
                  <a:pt x="1185503" y="5117066"/>
                  <a:pt x="1188167" y="5111513"/>
                </a:cubicBezTo>
                <a:lnTo>
                  <a:pt x="1188167" y="5118333"/>
                </a:lnTo>
                <a:cubicBezTo>
                  <a:pt x="1188167" y="5125077"/>
                  <a:pt x="1189479" y="5129563"/>
                  <a:pt x="1192104" y="5131792"/>
                </a:cubicBezTo>
                <a:cubicBezTo>
                  <a:pt x="1194728" y="5134021"/>
                  <a:pt x="1199216" y="5135135"/>
                  <a:pt x="1205569" y="5135135"/>
                </a:cubicBezTo>
                <a:cubicBezTo>
                  <a:pt x="1210462" y="5135135"/>
                  <a:pt x="1215979" y="5134632"/>
                  <a:pt x="1222119" y="5133625"/>
                </a:cubicBezTo>
                <a:cubicBezTo>
                  <a:pt x="1228259" y="5132619"/>
                  <a:pt x="1234124" y="5131416"/>
                  <a:pt x="1239712" y="5130015"/>
                </a:cubicBezTo>
                <a:lnTo>
                  <a:pt x="1239712" y="5111704"/>
                </a:lnTo>
                <a:lnTo>
                  <a:pt x="1222071" y="5111704"/>
                </a:lnTo>
                <a:lnTo>
                  <a:pt x="1222071" y="5018463"/>
                </a:lnTo>
                <a:cubicBezTo>
                  <a:pt x="1222071" y="5003804"/>
                  <a:pt x="1220177" y="4991949"/>
                  <a:pt x="1216387" y="4982897"/>
                </a:cubicBezTo>
                <a:cubicBezTo>
                  <a:pt x="1212598" y="4973845"/>
                  <a:pt x="1206268" y="4967235"/>
                  <a:pt x="1197397" y="4963066"/>
                </a:cubicBezTo>
                <a:cubicBezTo>
                  <a:pt x="1188526" y="4958897"/>
                  <a:pt x="1176798" y="4956813"/>
                  <a:pt x="1162211" y="4956813"/>
                </a:cubicBezTo>
                <a:close/>
                <a:moveTo>
                  <a:pt x="7425308" y="4955917"/>
                </a:moveTo>
                <a:cubicBezTo>
                  <a:pt x="7413830" y="4955917"/>
                  <a:pt x="7403435" y="4958324"/>
                  <a:pt x="7394123" y="4963137"/>
                </a:cubicBezTo>
                <a:cubicBezTo>
                  <a:pt x="7384810" y="4967951"/>
                  <a:pt x="7378878" y="4973316"/>
                  <a:pt x="7376325" y="4979235"/>
                </a:cubicBezTo>
                <a:lnTo>
                  <a:pt x="7376325" y="4963523"/>
                </a:lnTo>
                <a:lnTo>
                  <a:pt x="7368153" y="4956518"/>
                </a:lnTo>
                <a:lnTo>
                  <a:pt x="7366186" y="4956541"/>
                </a:lnTo>
                <a:lnTo>
                  <a:pt x="7320895" y="4962275"/>
                </a:lnTo>
                <a:lnTo>
                  <a:pt x="7320895" y="4983226"/>
                </a:lnTo>
                <a:lnTo>
                  <a:pt x="7342722" y="4988607"/>
                </a:lnTo>
                <a:lnTo>
                  <a:pt x="7342722" y="5181208"/>
                </a:lnTo>
                <a:lnTo>
                  <a:pt x="7321195" y="5184494"/>
                </a:lnTo>
                <a:lnTo>
                  <a:pt x="7321195" y="5204506"/>
                </a:lnTo>
                <a:lnTo>
                  <a:pt x="7410711" y="5204506"/>
                </a:lnTo>
                <a:lnTo>
                  <a:pt x="7410711" y="5184394"/>
                </a:lnTo>
                <a:lnTo>
                  <a:pt x="7379616" y="5181107"/>
                </a:lnTo>
                <a:lnTo>
                  <a:pt x="7379616" y="5154514"/>
                </a:lnTo>
                <a:lnTo>
                  <a:pt x="7378716" y="5131249"/>
                </a:lnTo>
                <a:cubicBezTo>
                  <a:pt x="7379573" y="5132417"/>
                  <a:pt x="7382839" y="5133407"/>
                  <a:pt x="7388513" y="5134218"/>
                </a:cubicBezTo>
                <a:cubicBezTo>
                  <a:pt x="7394186" y="5135030"/>
                  <a:pt x="7399573" y="5135435"/>
                  <a:pt x="7404672" y="5135435"/>
                </a:cubicBezTo>
                <a:cubicBezTo>
                  <a:pt x="7422643" y="5135435"/>
                  <a:pt x="7438336" y="5131203"/>
                  <a:pt x="7451754" y="5122738"/>
                </a:cubicBezTo>
                <a:cubicBezTo>
                  <a:pt x="7465172" y="5114274"/>
                  <a:pt x="7475490" y="5102771"/>
                  <a:pt x="7482708" y="5088229"/>
                </a:cubicBezTo>
                <a:cubicBezTo>
                  <a:pt x="7489926" y="5073688"/>
                  <a:pt x="7493536" y="5057708"/>
                  <a:pt x="7493536" y="5040290"/>
                </a:cubicBezTo>
                <a:cubicBezTo>
                  <a:pt x="7493536" y="5021402"/>
                  <a:pt x="7490438" y="5005659"/>
                  <a:pt x="7484241" y="4993060"/>
                </a:cubicBezTo>
                <a:cubicBezTo>
                  <a:pt x="7478045" y="4980462"/>
                  <a:pt x="7469759" y="4971122"/>
                  <a:pt x="7459381" y="4965040"/>
                </a:cubicBezTo>
                <a:cubicBezTo>
                  <a:pt x="7449003" y="4958958"/>
                  <a:pt x="7437645" y="4955917"/>
                  <a:pt x="7425308" y="4955917"/>
                </a:cubicBezTo>
                <a:close/>
                <a:moveTo>
                  <a:pt x="6647158" y="4955917"/>
                </a:moveTo>
                <a:cubicBezTo>
                  <a:pt x="6628795" y="4955917"/>
                  <a:pt x="6613031" y="4960012"/>
                  <a:pt x="6599867" y="4968202"/>
                </a:cubicBezTo>
                <a:cubicBezTo>
                  <a:pt x="6586704" y="4976392"/>
                  <a:pt x="6576783" y="4987370"/>
                  <a:pt x="6570106" y="5001135"/>
                </a:cubicBezTo>
                <a:cubicBezTo>
                  <a:pt x="6563428" y="5014900"/>
                  <a:pt x="6560091" y="5030244"/>
                  <a:pt x="6560091" y="5047167"/>
                </a:cubicBezTo>
                <a:cubicBezTo>
                  <a:pt x="6560091" y="5063979"/>
                  <a:pt x="6563035" y="5079048"/>
                  <a:pt x="6568923" y="5092375"/>
                </a:cubicBezTo>
                <a:cubicBezTo>
                  <a:pt x="6574811" y="5105702"/>
                  <a:pt x="6583627" y="5116210"/>
                  <a:pt x="6595369" y="5123900"/>
                </a:cubicBezTo>
                <a:cubicBezTo>
                  <a:pt x="6607111" y="5131590"/>
                  <a:pt x="6621484" y="5135435"/>
                  <a:pt x="6638485" y="5135435"/>
                </a:cubicBezTo>
                <a:cubicBezTo>
                  <a:pt x="6649675" y="5135435"/>
                  <a:pt x="6660697" y="5133109"/>
                  <a:pt x="6671550" y="5128456"/>
                </a:cubicBezTo>
                <a:cubicBezTo>
                  <a:pt x="6682403" y="5123803"/>
                  <a:pt x="6690937" y="5118066"/>
                  <a:pt x="6697150" y="5111246"/>
                </a:cubicBezTo>
                <a:lnTo>
                  <a:pt x="6689669" y="5095549"/>
                </a:lnTo>
                <a:cubicBezTo>
                  <a:pt x="6682420" y="5099581"/>
                  <a:pt x="6675233" y="5102833"/>
                  <a:pt x="6668106" y="5105305"/>
                </a:cubicBezTo>
                <a:cubicBezTo>
                  <a:pt x="6660980" y="5107777"/>
                  <a:pt x="6653400" y="5109013"/>
                  <a:pt x="6645363" y="5109013"/>
                </a:cubicBezTo>
                <a:cubicBezTo>
                  <a:pt x="6631882" y="5109013"/>
                  <a:pt x="6620847" y="5103208"/>
                  <a:pt x="6612259" y="5091599"/>
                </a:cubicBezTo>
                <a:cubicBezTo>
                  <a:pt x="6603670" y="5079989"/>
                  <a:pt x="6599377" y="5062688"/>
                  <a:pt x="6599377" y="5039695"/>
                </a:cubicBezTo>
                <a:cubicBezTo>
                  <a:pt x="6599377" y="5019635"/>
                  <a:pt x="6603170" y="5004313"/>
                  <a:pt x="6610756" y="4993729"/>
                </a:cubicBezTo>
                <a:cubicBezTo>
                  <a:pt x="6618343" y="4983145"/>
                  <a:pt x="6628583" y="4977854"/>
                  <a:pt x="6641477" y="4977854"/>
                </a:cubicBezTo>
                <a:cubicBezTo>
                  <a:pt x="6653771" y="4977854"/>
                  <a:pt x="6660346" y="4979851"/>
                  <a:pt x="6661203" y="4983845"/>
                </a:cubicBezTo>
                <a:lnTo>
                  <a:pt x="6668295" y="5016725"/>
                </a:lnTo>
                <a:lnTo>
                  <a:pt x="6693140" y="5016725"/>
                </a:lnTo>
                <a:lnTo>
                  <a:pt x="6694460" y="4965762"/>
                </a:lnTo>
                <a:cubicBezTo>
                  <a:pt x="6684411" y="4962488"/>
                  <a:pt x="6676202" y="4960029"/>
                  <a:pt x="6669832" y="4958384"/>
                </a:cubicBezTo>
                <a:cubicBezTo>
                  <a:pt x="6663464" y="4956740"/>
                  <a:pt x="6655906" y="4955917"/>
                  <a:pt x="6647158" y="4955917"/>
                </a:cubicBezTo>
                <a:close/>
                <a:moveTo>
                  <a:pt x="6291743" y="4955917"/>
                </a:moveTo>
                <a:cubicBezTo>
                  <a:pt x="6275985" y="4955917"/>
                  <a:pt x="6261918" y="4959662"/>
                  <a:pt x="6249542" y="4967152"/>
                </a:cubicBezTo>
                <a:cubicBezTo>
                  <a:pt x="6237166" y="4974642"/>
                  <a:pt x="6227591" y="4985161"/>
                  <a:pt x="6220817" y="4998709"/>
                </a:cubicBezTo>
                <a:cubicBezTo>
                  <a:pt x="6214043" y="5012256"/>
                  <a:pt x="6210656" y="5027911"/>
                  <a:pt x="6210656" y="5045672"/>
                </a:cubicBezTo>
                <a:cubicBezTo>
                  <a:pt x="6210656" y="5072735"/>
                  <a:pt x="6217243" y="5094462"/>
                  <a:pt x="6230416" y="5110851"/>
                </a:cubicBezTo>
                <a:cubicBezTo>
                  <a:pt x="6243589" y="5127240"/>
                  <a:pt x="6262736" y="5135435"/>
                  <a:pt x="6287856" y="5135435"/>
                </a:cubicBezTo>
                <a:cubicBezTo>
                  <a:pt x="6300019" y="5135435"/>
                  <a:pt x="6311973" y="5133169"/>
                  <a:pt x="6323716" y="5128637"/>
                </a:cubicBezTo>
                <a:cubicBezTo>
                  <a:pt x="6335459" y="5124104"/>
                  <a:pt x="6344656" y="5118227"/>
                  <a:pt x="6351308" y="5111004"/>
                </a:cubicBezTo>
                <a:lnTo>
                  <a:pt x="6343764" y="5094054"/>
                </a:lnTo>
                <a:cubicBezTo>
                  <a:pt x="6337089" y="5098505"/>
                  <a:pt x="6329611" y="5102111"/>
                  <a:pt x="6321327" y="5104872"/>
                </a:cubicBezTo>
                <a:cubicBezTo>
                  <a:pt x="6313044" y="5107632"/>
                  <a:pt x="6305077" y="5109013"/>
                  <a:pt x="6297424" y="5109013"/>
                </a:cubicBezTo>
                <a:cubicBezTo>
                  <a:pt x="6282336" y="5109013"/>
                  <a:pt x="6270640" y="5103303"/>
                  <a:pt x="6262334" y="5091882"/>
                </a:cubicBezTo>
                <a:cubicBezTo>
                  <a:pt x="6254029" y="5080462"/>
                  <a:pt x="6249697" y="5066174"/>
                  <a:pt x="6249342" y="5049020"/>
                </a:cubicBezTo>
                <a:lnTo>
                  <a:pt x="6351588" y="5049020"/>
                </a:lnTo>
                <a:cubicBezTo>
                  <a:pt x="6353391" y="5040761"/>
                  <a:pt x="6354293" y="5030987"/>
                  <a:pt x="6354293" y="5019697"/>
                </a:cubicBezTo>
                <a:cubicBezTo>
                  <a:pt x="6353643" y="4998802"/>
                  <a:pt x="6347911" y="4982949"/>
                  <a:pt x="6337099" y="4972136"/>
                </a:cubicBezTo>
                <a:cubicBezTo>
                  <a:pt x="6326286" y="4961324"/>
                  <a:pt x="6311167" y="4955917"/>
                  <a:pt x="6291743" y="4955917"/>
                </a:cubicBezTo>
                <a:close/>
                <a:moveTo>
                  <a:pt x="5445513" y="4955917"/>
                </a:moveTo>
                <a:cubicBezTo>
                  <a:pt x="5431197" y="4955917"/>
                  <a:pt x="5417756" y="4959500"/>
                  <a:pt x="5405191" y="4966664"/>
                </a:cubicBezTo>
                <a:cubicBezTo>
                  <a:pt x="5392627" y="4973828"/>
                  <a:pt x="5382541" y="4984195"/>
                  <a:pt x="5374935" y="4997763"/>
                </a:cubicBezTo>
                <a:cubicBezTo>
                  <a:pt x="5367330" y="5011332"/>
                  <a:pt x="5363527" y="5027301"/>
                  <a:pt x="5363527" y="5045672"/>
                </a:cubicBezTo>
                <a:cubicBezTo>
                  <a:pt x="5363527" y="5072335"/>
                  <a:pt x="5370110" y="5093962"/>
                  <a:pt x="5383277" y="5110551"/>
                </a:cubicBezTo>
                <a:cubicBezTo>
                  <a:pt x="5396443" y="5127140"/>
                  <a:pt x="5416094" y="5135435"/>
                  <a:pt x="5442227" y="5135435"/>
                </a:cubicBezTo>
                <a:cubicBezTo>
                  <a:pt x="5456511" y="5135435"/>
                  <a:pt x="5469918" y="5131914"/>
                  <a:pt x="5482449" y="5124872"/>
                </a:cubicBezTo>
                <a:cubicBezTo>
                  <a:pt x="5494979" y="5117830"/>
                  <a:pt x="5505072" y="5107481"/>
                  <a:pt x="5512728" y="5093825"/>
                </a:cubicBezTo>
                <a:cubicBezTo>
                  <a:pt x="5520385" y="5080169"/>
                  <a:pt x="5524214" y="5064018"/>
                  <a:pt x="5524214" y="5045371"/>
                </a:cubicBezTo>
                <a:cubicBezTo>
                  <a:pt x="5524214" y="5018905"/>
                  <a:pt x="5517631" y="4997379"/>
                  <a:pt x="5504466" y="4980794"/>
                </a:cubicBezTo>
                <a:cubicBezTo>
                  <a:pt x="5491300" y="4964210"/>
                  <a:pt x="5471649" y="4955917"/>
                  <a:pt x="5445513" y="4955917"/>
                </a:cubicBezTo>
                <a:close/>
                <a:moveTo>
                  <a:pt x="5007363" y="4955917"/>
                </a:moveTo>
                <a:cubicBezTo>
                  <a:pt x="4993047" y="4955917"/>
                  <a:pt x="4979606" y="4959500"/>
                  <a:pt x="4967041" y="4966664"/>
                </a:cubicBezTo>
                <a:cubicBezTo>
                  <a:pt x="4954476" y="4973828"/>
                  <a:pt x="4944390" y="4984195"/>
                  <a:pt x="4936786" y="4997763"/>
                </a:cubicBezTo>
                <a:cubicBezTo>
                  <a:pt x="4929179" y="5011332"/>
                  <a:pt x="4925377" y="5027301"/>
                  <a:pt x="4925377" y="5045672"/>
                </a:cubicBezTo>
                <a:cubicBezTo>
                  <a:pt x="4925377" y="5072335"/>
                  <a:pt x="4931960" y="5093962"/>
                  <a:pt x="4945126" y="5110551"/>
                </a:cubicBezTo>
                <a:cubicBezTo>
                  <a:pt x="4958294" y="5127140"/>
                  <a:pt x="4977944" y="5135435"/>
                  <a:pt x="5004077" y="5135435"/>
                </a:cubicBezTo>
                <a:cubicBezTo>
                  <a:pt x="5018361" y="5135435"/>
                  <a:pt x="5031769" y="5131914"/>
                  <a:pt x="5044299" y="5124872"/>
                </a:cubicBezTo>
                <a:cubicBezTo>
                  <a:pt x="5056828" y="5117830"/>
                  <a:pt x="5066922" y="5107481"/>
                  <a:pt x="5074579" y="5093825"/>
                </a:cubicBezTo>
                <a:cubicBezTo>
                  <a:pt x="5082235" y="5080169"/>
                  <a:pt x="5086064" y="5064018"/>
                  <a:pt x="5086064" y="5045371"/>
                </a:cubicBezTo>
                <a:cubicBezTo>
                  <a:pt x="5086064" y="5018905"/>
                  <a:pt x="5079481" y="4997379"/>
                  <a:pt x="5066316" y="4980794"/>
                </a:cubicBezTo>
                <a:cubicBezTo>
                  <a:pt x="5053151" y="4964210"/>
                  <a:pt x="5033500" y="4955917"/>
                  <a:pt x="5007363" y="4955917"/>
                </a:cubicBezTo>
                <a:close/>
                <a:moveTo>
                  <a:pt x="4673988" y="4955917"/>
                </a:moveTo>
                <a:cubicBezTo>
                  <a:pt x="4659672" y="4955917"/>
                  <a:pt x="4646232" y="4959500"/>
                  <a:pt x="4633667" y="4966664"/>
                </a:cubicBezTo>
                <a:cubicBezTo>
                  <a:pt x="4621102" y="4973828"/>
                  <a:pt x="4611016" y="4984195"/>
                  <a:pt x="4603410" y="4997763"/>
                </a:cubicBezTo>
                <a:cubicBezTo>
                  <a:pt x="4595805" y="5011332"/>
                  <a:pt x="4592002" y="5027301"/>
                  <a:pt x="4592002" y="5045672"/>
                </a:cubicBezTo>
                <a:cubicBezTo>
                  <a:pt x="4592002" y="5072335"/>
                  <a:pt x="4598585" y="5093962"/>
                  <a:pt x="4611752" y="5110551"/>
                </a:cubicBezTo>
                <a:cubicBezTo>
                  <a:pt x="4624918" y="5127140"/>
                  <a:pt x="4644569" y="5135435"/>
                  <a:pt x="4670701" y="5135435"/>
                </a:cubicBezTo>
                <a:cubicBezTo>
                  <a:pt x="4684986" y="5135435"/>
                  <a:pt x="4698393" y="5131914"/>
                  <a:pt x="4710924" y="5124872"/>
                </a:cubicBezTo>
                <a:cubicBezTo>
                  <a:pt x="4723454" y="5117830"/>
                  <a:pt x="4733547" y="5107481"/>
                  <a:pt x="4741203" y="5093825"/>
                </a:cubicBezTo>
                <a:cubicBezTo>
                  <a:pt x="4748860" y="5080169"/>
                  <a:pt x="4752688" y="5064018"/>
                  <a:pt x="4752688" y="5045371"/>
                </a:cubicBezTo>
                <a:cubicBezTo>
                  <a:pt x="4752688" y="5018905"/>
                  <a:pt x="4746106" y="4997379"/>
                  <a:pt x="4732940" y="4980794"/>
                </a:cubicBezTo>
                <a:cubicBezTo>
                  <a:pt x="4719775" y="4964210"/>
                  <a:pt x="4700124" y="4955917"/>
                  <a:pt x="4673988" y="4955917"/>
                </a:cubicBezTo>
                <a:close/>
                <a:moveTo>
                  <a:pt x="3586733" y="4955917"/>
                </a:moveTo>
                <a:cubicBezTo>
                  <a:pt x="3575256" y="4955917"/>
                  <a:pt x="3564861" y="4958324"/>
                  <a:pt x="3555549" y="4963137"/>
                </a:cubicBezTo>
                <a:cubicBezTo>
                  <a:pt x="3546236" y="4967951"/>
                  <a:pt x="3540304" y="4973316"/>
                  <a:pt x="3537752" y="4979235"/>
                </a:cubicBezTo>
                <a:lnTo>
                  <a:pt x="3537752" y="4963523"/>
                </a:lnTo>
                <a:lnTo>
                  <a:pt x="3529579" y="4956518"/>
                </a:lnTo>
                <a:lnTo>
                  <a:pt x="3527612" y="4956541"/>
                </a:lnTo>
                <a:lnTo>
                  <a:pt x="3482321" y="4962275"/>
                </a:lnTo>
                <a:lnTo>
                  <a:pt x="3482321" y="4983226"/>
                </a:lnTo>
                <a:lnTo>
                  <a:pt x="3504147" y="4988607"/>
                </a:lnTo>
                <a:lnTo>
                  <a:pt x="3504147" y="5181208"/>
                </a:lnTo>
                <a:lnTo>
                  <a:pt x="3482621" y="5184494"/>
                </a:lnTo>
                <a:lnTo>
                  <a:pt x="3482621" y="5204506"/>
                </a:lnTo>
                <a:lnTo>
                  <a:pt x="3572137" y="5204506"/>
                </a:lnTo>
                <a:lnTo>
                  <a:pt x="3572137" y="5184394"/>
                </a:lnTo>
                <a:lnTo>
                  <a:pt x="3541042" y="5181107"/>
                </a:lnTo>
                <a:lnTo>
                  <a:pt x="3541042" y="5154514"/>
                </a:lnTo>
                <a:lnTo>
                  <a:pt x="3540143" y="5131249"/>
                </a:lnTo>
                <a:cubicBezTo>
                  <a:pt x="3541000" y="5132417"/>
                  <a:pt x="3544265" y="5133407"/>
                  <a:pt x="3549939" y="5134218"/>
                </a:cubicBezTo>
                <a:cubicBezTo>
                  <a:pt x="3555613" y="5135030"/>
                  <a:pt x="3560999" y="5135435"/>
                  <a:pt x="3566098" y="5135435"/>
                </a:cubicBezTo>
                <a:cubicBezTo>
                  <a:pt x="3584068" y="5135435"/>
                  <a:pt x="3599763" y="5131203"/>
                  <a:pt x="3613179" y="5122738"/>
                </a:cubicBezTo>
                <a:cubicBezTo>
                  <a:pt x="3626597" y="5114274"/>
                  <a:pt x="3636915" y="5102771"/>
                  <a:pt x="3644134" y="5088229"/>
                </a:cubicBezTo>
                <a:cubicBezTo>
                  <a:pt x="3651352" y="5073688"/>
                  <a:pt x="3654961" y="5057708"/>
                  <a:pt x="3654961" y="5040290"/>
                </a:cubicBezTo>
                <a:cubicBezTo>
                  <a:pt x="3654961" y="5021402"/>
                  <a:pt x="3651863" y="5005659"/>
                  <a:pt x="3645668" y="4993060"/>
                </a:cubicBezTo>
                <a:cubicBezTo>
                  <a:pt x="3639471" y="4980462"/>
                  <a:pt x="3631184" y="4971122"/>
                  <a:pt x="3620806" y="4965040"/>
                </a:cubicBezTo>
                <a:cubicBezTo>
                  <a:pt x="3610430" y="4958958"/>
                  <a:pt x="3599071" y="4955917"/>
                  <a:pt x="3586733" y="4955917"/>
                </a:cubicBezTo>
                <a:close/>
                <a:moveTo>
                  <a:pt x="3235714" y="4955917"/>
                </a:moveTo>
                <a:cubicBezTo>
                  <a:pt x="3221398" y="4955917"/>
                  <a:pt x="3207957" y="4959500"/>
                  <a:pt x="3195392" y="4966664"/>
                </a:cubicBezTo>
                <a:cubicBezTo>
                  <a:pt x="3182827" y="4973828"/>
                  <a:pt x="3172741" y="4984195"/>
                  <a:pt x="3165136" y="4997763"/>
                </a:cubicBezTo>
                <a:cubicBezTo>
                  <a:pt x="3157530" y="5011332"/>
                  <a:pt x="3153727" y="5027301"/>
                  <a:pt x="3153727" y="5045672"/>
                </a:cubicBezTo>
                <a:cubicBezTo>
                  <a:pt x="3153727" y="5072335"/>
                  <a:pt x="3160310" y="5093962"/>
                  <a:pt x="3173477" y="5110551"/>
                </a:cubicBezTo>
                <a:cubicBezTo>
                  <a:pt x="3186644" y="5127140"/>
                  <a:pt x="3206294" y="5135435"/>
                  <a:pt x="3232428" y="5135435"/>
                </a:cubicBezTo>
                <a:cubicBezTo>
                  <a:pt x="3246712" y="5135435"/>
                  <a:pt x="3260119" y="5131914"/>
                  <a:pt x="3272649" y="5124872"/>
                </a:cubicBezTo>
                <a:cubicBezTo>
                  <a:pt x="3285180" y="5117830"/>
                  <a:pt x="3295273" y="5107481"/>
                  <a:pt x="3302929" y="5093825"/>
                </a:cubicBezTo>
                <a:cubicBezTo>
                  <a:pt x="3310586" y="5080169"/>
                  <a:pt x="3314414" y="5064018"/>
                  <a:pt x="3314414" y="5045371"/>
                </a:cubicBezTo>
                <a:cubicBezTo>
                  <a:pt x="3314414" y="5018905"/>
                  <a:pt x="3307831" y="4997379"/>
                  <a:pt x="3294667" y="4980794"/>
                </a:cubicBezTo>
                <a:cubicBezTo>
                  <a:pt x="3281501" y="4964210"/>
                  <a:pt x="3261850" y="4955917"/>
                  <a:pt x="3235714" y="4955917"/>
                </a:cubicBezTo>
                <a:close/>
                <a:moveTo>
                  <a:pt x="3053334" y="4955917"/>
                </a:moveTo>
                <a:cubicBezTo>
                  <a:pt x="3041856" y="4955917"/>
                  <a:pt x="3031461" y="4958324"/>
                  <a:pt x="3022149" y="4963137"/>
                </a:cubicBezTo>
                <a:cubicBezTo>
                  <a:pt x="3012837" y="4967951"/>
                  <a:pt x="3006904" y="4973316"/>
                  <a:pt x="3004351" y="4979235"/>
                </a:cubicBezTo>
                <a:lnTo>
                  <a:pt x="3004351" y="4963523"/>
                </a:lnTo>
                <a:lnTo>
                  <a:pt x="2996179" y="4956518"/>
                </a:lnTo>
                <a:lnTo>
                  <a:pt x="2994212" y="4956541"/>
                </a:lnTo>
                <a:lnTo>
                  <a:pt x="2948921" y="4962275"/>
                </a:lnTo>
                <a:lnTo>
                  <a:pt x="2948921" y="4983226"/>
                </a:lnTo>
                <a:lnTo>
                  <a:pt x="2970747" y="4988607"/>
                </a:lnTo>
                <a:lnTo>
                  <a:pt x="2970747" y="5181208"/>
                </a:lnTo>
                <a:lnTo>
                  <a:pt x="2949221" y="5184494"/>
                </a:lnTo>
                <a:lnTo>
                  <a:pt x="2949221" y="5204506"/>
                </a:lnTo>
                <a:lnTo>
                  <a:pt x="3038737" y="5204506"/>
                </a:lnTo>
                <a:lnTo>
                  <a:pt x="3038737" y="5184394"/>
                </a:lnTo>
                <a:lnTo>
                  <a:pt x="3007642" y="5181107"/>
                </a:lnTo>
                <a:lnTo>
                  <a:pt x="3007642" y="5154514"/>
                </a:lnTo>
                <a:lnTo>
                  <a:pt x="3006742" y="5131249"/>
                </a:lnTo>
                <a:cubicBezTo>
                  <a:pt x="3007600" y="5132417"/>
                  <a:pt x="3010865" y="5133407"/>
                  <a:pt x="3016539" y="5134218"/>
                </a:cubicBezTo>
                <a:cubicBezTo>
                  <a:pt x="3022213" y="5135030"/>
                  <a:pt x="3027599" y="5135435"/>
                  <a:pt x="3032698" y="5135435"/>
                </a:cubicBezTo>
                <a:cubicBezTo>
                  <a:pt x="3050668" y="5135435"/>
                  <a:pt x="3066362" y="5131203"/>
                  <a:pt x="3079780" y="5122738"/>
                </a:cubicBezTo>
                <a:cubicBezTo>
                  <a:pt x="3093198" y="5114274"/>
                  <a:pt x="3103515" y="5102771"/>
                  <a:pt x="3110734" y="5088229"/>
                </a:cubicBezTo>
                <a:cubicBezTo>
                  <a:pt x="3117952" y="5073688"/>
                  <a:pt x="3121561" y="5057708"/>
                  <a:pt x="3121561" y="5040290"/>
                </a:cubicBezTo>
                <a:cubicBezTo>
                  <a:pt x="3121561" y="5021402"/>
                  <a:pt x="3118463" y="5005659"/>
                  <a:pt x="3112267" y="4993060"/>
                </a:cubicBezTo>
                <a:cubicBezTo>
                  <a:pt x="3106071" y="4980462"/>
                  <a:pt x="3097784" y="4971122"/>
                  <a:pt x="3087407" y="4965040"/>
                </a:cubicBezTo>
                <a:cubicBezTo>
                  <a:pt x="3077030" y="4958958"/>
                  <a:pt x="3065672" y="4955917"/>
                  <a:pt x="3053334" y="4955917"/>
                </a:cubicBezTo>
                <a:close/>
                <a:moveTo>
                  <a:pt x="2035564" y="4955917"/>
                </a:moveTo>
                <a:cubicBezTo>
                  <a:pt x="2021247" y="4955917"/>
                  <a:pt x="2007807" y="4959500"/>
                  <a:pt x="1995242" y="4966664"/>
                </a:cubicBezTo>
                <a:cubicBezTo>
                  <a:pt x="1982677" y="4973828"/>
                  <a:pt x="1972591" y="4984195"/>
                  <a:pt x="1964986" y="4997763"/>
                </a:cubicBezTo>
                <a:cubicBezTo>
                  <a:pt x="1957380" y="5011332"/>
                  <a:pt x="1953577" y="5027301"/>
                  <a:pt x="1953577" y="5045672"/>
                </a:cubicBezTo>
                <a:cubicBezTo>
                  <a:pt x="1953577" y="5072335"/>
                  <a:pt x="1960160" y="5093962"/>
                  <a:pt x="1973327" y="5110551"/>
                </a:cubicBezTo>
                <a:cubicBezTo>
                  <a:pt x="1986494" y="5127140"/>
                  <a:pt x="2006144" y="5135435"/>
                  <a:pt x="2032277" y="5135435"/>
                </a:cubicBezTo>
                <a:cubicBezTo>
                  <a:pt x="2046562" y="5135435"/>
                  <a:pt x="2059969" y="5131914"/>
                  <a:pt x="2072499" y="5124872"/>
                </a:cubicBezTo>
                <a:cubicBezTo>
                  <a:pt x="2085029" y="5117830"/>
                  <a:pt x="2095123" y="5107481"/>
                  <a:pt x="2102779" y="5093825"/>
                </a:cubicBezTo>
                <a:cubicBezTo>
                  <a:pt x="2110435" y="5080169"/>
                  <a:pt x="2114264" y="5064018"/>
                  <a:pt x="2114264" y="5045371"/>
                </a:cubicBezTo>
                <a:cubicBezTo>
                  <a:pt x="2114264" y="5018905"/>
                  <a:pt x="2107681" y="4997379"/>
                  <a:pt x="2094516" y="4980794"/>
                </a:cubicBezTo>
                <a:cubicBezTo>
                  <a:pt x="2081351" y="4964210"/>
                  <a:pt x="2061700" y="4955917"/>
                  <a:pt x="2035564" y="4955917"/>
                </a:cubicBezTo>
                <a:close/>
                <a:moveTo>
                  <a:pt x="1529334" y="4955917"/>
                </a:moveTo>
                <a:cubicBezTo>
                  <a:pt x="1517856" y="4955917"/>
                  <a:pt x="1507461" y="4958324"/>
                  <a:pt x="1498149" y="4963137"/>
                </a:cubicBezTo>
                <a:cubicBezTo>
                  <a:pt x="1488836" y="4967951"/>
                  <a:pt x="1482904" y="4973316"/>
                  <a:pt x="1480352" y="4979235"/>
                </a:cubicBezTo>
                <a:lnTo>
                  <a:pt x="1480352" y="4963523"/>
                </a:lnTo>
                <a:lnTo>
                  <a:pt x="1472179" y="4956518"/>
                </a:lnTo>
                <a:lnTo>
                  <a:pt x="1470212" y="4956541"/>
                </a:lnTo>
                <a:lnTo>
                  <a:pt x="1424921" y="4962275"/>
                </a:lnTo>
                <a:lnTo>
                  <a:pt x="1424921" y="4983226"/>
                </a:lnTo>
                <a:lnTo>
                  <a:pt x="1446747" y="4988607"/>
                </a:lnTo>
                <a:lnTo>
                  <a:pt x="1446747" y="5181208"/>
                </a:lnTo>
                <a:lnTo>
                  <a:pt x="1425221" y="5184494"/>
                </a:lnTo>
                <a:lnTo>
                  <a:pt x="1425221" y="5204506"/>
                </a:lnTo>
                <a:lnTo>
                  <a:pt x="1514737" y="5204506"/>
                </a:lnTo>
                <a:lnTo>
                  <a:pt x="1514737" y="5184394"/>
                </a:lnTo>
                <a:lnTo>
                  <a:pt x="1483642" y="5181107"/>
                </a:lnTo>
                <a:lnTo>
                  <a:pt x="1483642" y="5154514"/>
                </a:lnTo>
                <a:lnTo>
                  <a:pt x="1482742" y="5131249"/>
                </a:lnTo>
                <a:cubicBezTo>
                  <a:pt x="1483599" y="5132417"/>
                  <a:pt x="1486865" y="5133407"/>
                  <a:pt x="1492539" y="5134218"/>
                </a:cubicBezTo>
                <a:cubicBezTo>
                  <a:pt x="1498212" y="5135030"/>
                  <a:pt x="1503599" y="5135435"/>
                  <a:pt x="1508698" y="5135435"/>
                </a:cubicBezTo>
                <a:cubicBezTo>
                  <a:pt x="1526668" y="5135435"/>
                  <a:pt x="1542362" y="5131203"/>
                  <a:pt x="1555780" y="5122738"/>
                </a:cubicBezTo>
                <a:cubicBezTo>
                  <a:pt x="1569197" y="5114274"/>
                  <a:pt x="1579515" y="5102771"/>
                  <a:pt x="1586734" y="5088229"/>
                </a:cubicBezTo>
                <a:cubicBezTo>
                  <a:pt x="1593952" y="5073688"/>
                  <a:pt x="1597561" y="5057708"/>
                  <a:pt x="1597561" y="5040290"/>
                </a:cubicBezTo>
                <a:cubicBezTo>
                  <a:pt x="1597561" y="5021402"/>
                  <a:pt x="1594463" y="5005659"/>
                  <a:pt x="1588267" y="4993060"/>
                </a:cubicBezTo>
                <a:cubicBezTo>
                  <a:pt x="1582071" y="4980462"/>
                  <a:pt x="1573784" y="4971122"/>
                  <a:pt x="1563407" y="4965040"/>
                </a:cubicBezTo>
                <a:cubicBezTo>
                  <a:pt x="1553029" y="4958958"/>
                  <a:pt x="1541672" y="4955917"/>
                  <a:pt x="1529334" y="4955917"/>
                </a:cubicBezTo>
                <a:close/>
                <a:moveTo>
                  <a:pt x="967016" y="4924033"/>
                </a:moveTo>
                <a:cubicBezTo>
                  <a:pt x="984335" y="4924033"/>
                  <a:pt x="996977" y="4927506"/>
                  <a:pt x="1004942" y="4934453"/>
                </a:cubicBezTo>
                <a:cubicBezTo>
                  <a:pt x="1012906" y="4941400"/>
                  <a:pt x="1016889" y="4952958"/>
                  <a:pt x="1016889" y="4969129"/>
                </a:cubicBezTo>
                <a:cubicBezTo>
                  <a:pt x="1016889" y="4990153"/>
                  <a:pt x="1012246" y="5005168"/>
                  <a:pt x="1002961" y="5014172"/>
                </a:cubicBezTo>
                <a:cubicBezTo>
                  <a:pt x="993675" y="5023177"/>
                  <a:pt x="981594" y="5027679"/>
                  <a:pt x="966716" y="5027679"/>
                </a:cubicBezTo>
                <a:cubicBezTo>
                  <a:pt x="953358" y="5027679"/>
                  <a:pt x="944807" y="5027345"/>
                  <a:pt x="941060" y="5026679"/>
                </a:cubicBezTo>
                <a:lnTo>
                  <a:pt x="941060" y="4925828"/>
                </a:lnTo>
                <a:cubicBezTo>
                  <a:pt x="940597" y="4925828"/>
                  <a:pt x="942711" y="4925614"/>
                  <a:pt x="947404" y="4925185"/>
                </a:cubicBezTo>
                <a:cubicBezTo>
                  <a:pt x="954322" y="4924417"/>
                  <a:pt x="960859" y="4924033"/>
                  <a:pt x="967016" y="4924033"/>
                </a:cubicBezTo>
                <a:close/>
                <a:moveTo>
                  <a:pt x="974188" y="4902096"/>
                </a:moveTo>
                <a:cubicBezTo>
                  <a:pt x="964838" y="4902096"/>
                  <a:pt x="954454" y="4902519"/>
                  <a:pt x="943036" y="4903363"/>
                </a:cubicBezTo>
                <a:cubicBezTo>
                  <a:pt x="936639" y="4903913"/>
                  <a:pt x="929781" y="4904187"/>
                  <a:pt x="922462" y="4904187"/>
                </a:cubicBezTo>
                <a:lnTo>
                  <a:pt x="879648" y="4904187"/>
                </a:lnTo>
                <a:lnTo>
                  <a:pt x="879648" y="4924537"/>
                </a:lnTo>
                <a:lnTo>
                  <a:pt x="902969" y="4928124"/>
                </a:lnTo>
                <a:lnTo>
                  <a:pt x="902969" y="5109075"/>
                </a:lnTo>
                <a:lnTo>
                  <a:pt x="878152" y="5112066"/>
                </a:lnTo>
                <a:lnTo>
                  <a:pt x="878152" y="5132144"/>
                </a:lnTo>
                <a:lnTo>
                  <a:pt x="982022" y="5132144"/>
                </a:lnTo>
                <a:lnTo>
                  <a:pt x="982022" y="5111970"/>
                </a:lnTo>
                <a:lnTo>
                  <a:pt x="941060" y="5108679"/>
                </a:lnTo>
                <a:lnTo>
                  <a:pt x="941060" y="5048419"/>
                </a:lnTo>
                <a:cubicBezTo>
                  <a:pt x="940003" y="5048604"/>
                  <a:pt x="942537" y="5048850"/>
                  <a:pt x="948663" y="5049158"/>
                </a:cubicBezTo>
                <a:cubicBezTo>
                  <a:pt x="954789" y="5049466"/>
                  <a:pt x="960807" y="5049620"/>
                  <a:pt x="966716" y="5049620"/>
                </a:cubicBezTo>
                <a:cubicBezTo>
                  <a:pt x="984115" y="5049620"/>
                  <a:pt x="999578" y="5046418"/>
                  <a:pt x="1013107" y="5040014"/>
                </a:cubicBezTo>
                <a:cubicBezTo>
                  <a:pt x="1026636" y="5033610"/>
                  <a:pt x="1037246" y="5024274"/>
                  <a:pt x="1044937" y="5012008"/>
                </a:cubicBezTo>
                <a:cubicBezTo>
                  <a:pt x="1052629" y="4999741"/>
                  <a:pt x="1056475" y="4985348"/>
                  <a:pt x="1056475" y="4968829"/>
                </a:cubicBezTo>
                <a:cubicBezTo>
                  <a:pt x="1056475" y="4946772"/>
                  <a:pt x="1050184" y="4930187"/>
                  <a:pt x="1037603" y="4919075"/>
                </a:cubicBezTo>
                <a:cubicBezTo>
                  <a:pt x="1025022" y="4907962"/>
                  <a:pt x="1003884" y="4902303"/>
                  <a:pt x="974188" y="4902096"/>
                </a:cubicBezTo>
                <a:close/>
                <a:moveTo>
                  <a:pt x="1906990" y="4867411"/>
                </a:moveTo>
                <a:lnTo>
                  <a:pt x="1902032" y="4885871"/>
                </a:lnTo>
                <a:cubicBezTo>
                  <a:pt x="1901356" y="4885785"/>
                  <a:pt x="1899792" y="4886138"/>
                  <a:pt x="1897339" y="4886930"/>
                </a:cubicBezTo>
                <a:cubicBezTo>
                  <a:pt x="1894887" y="4887722"/>
                  <a:pt x="1889466" y="4888606"/>
                  <a:pt x="1881078" y="4889581"/>
                </a:cubicBezTo>
                <a:cubicBezTo>
                  <a:pt x="1870019" y="4890809"/>
                  <a:pt x="1858668" y="4893467"/>
                  <a:pt x="1847023" y="4897553"/>
                </a:cubicBezTo>
                <a:cubicBezTo>
                  <a:pt x="1835379" y="4901639"/>
                  <a:pt x="1825842" y="4906984"/>
                  <a:pt x="1818413" y="4913588"/>
                </a:cubicBezTo>
                <a:cubicBezTo>
                  <a:pt x="1806656" y="4924107"/>
                  <a:pt x="1797121" y="4937289"/>
                  <a:pt x="1789809" y="4953134"/>
                </a:cubicBezTo>
                <a:cubicBezTo>
                  <a:pt x="1782497" y="4968979"/>
                  <a:pt x="1778841" y="4989460"/>
                  <a:pt x="1778841" y="5014577"/>
                </a:cubicBezTo>
                <a:cubicBezTo>
                  <a:pt x="1778841" y="5054760"/>
                  <a:pt x="1785902" y="5084799"/>
                  <a:pt x="1800025" y="5104693"/>
                </a:cubicBezTo>
                <a:cubicBezTo>
                  <a:pt x="1814147" y="5124588"/>
                  <a:pt x="1833518" y="5134535"/>
                  <a:pt x="1858137" y="5134535"/>
                </a:cubicBezTo>
                <a:cubicBezTo>
                  <a:pt x="1883235" y="5134535"/>
                  <a:pt x="1902525" y="5126082"/>
                  <a:pt x="1916008" y="5109175"/>
                </a:cubicBezTo>
                <a:cubicBezTo>
                  <a:pt x="1929491" y="5092268"/>
                  <a:pt x="1936232" y="5068211"/>
                  <a:pt x="1936232" y="5037004"/>
                </a:cubicBezTo>
                <a:cubicBezTo>
                  <a:pt x="1936232" y="4983543"/>
                  <a:pt x="1913488" y="4956813"/>
                  <a:pt x="1868000" y="4956813"/>
                </a:cubicBezTo>
                <a:cubicBezTo>
                  <a:pt x="1856750" y="4956813"/>
                  <a:pt x="1845319" y="4959509"/>
                  <a:pt x="1833705" y="4964902"/>
                </a:cubicBezTo>
                <a:cubicBezTo>
                  <a:pt x="1822091" y="4970295"/>
                  <a:pt x="1814904" y="4976368"/>
                  <a:pt x="1812145" y="4983121"/>
                </a:cubicBezTo>
                <a:cubicBezTo>
                  <a:pt x="1812888" y="4970732"/>
                  <a:pt x="1815254" y="4960312"/>
                  <a:pt x="1819244" y="4951860"/>
                </a:cubicBezTo>
                <a:cubicBezTo>
                  <a:pt x="1823233" y="4943408"/>
                  <a:pt x="1827729" y="4937306"/>
                  <a:pt x="1832733" y="4933553"/>
                </a:cubicBezTo>
                <a:cubicBezTo>
                  <a:pt x="1843459" y="4925168"/>
                  <a:pt x="1867786" y="4919600"/>
                  <a:pt x="1905714" y="4916851"/>
                </a:cubicBezTo>
                <a:cubicBezTo>
                  <a:pt x="1911467" y="4916619"/>
                  <a:pt x="1915657" y="4914891"/>
                  <a:pt x="1918284" y="4911667"/>
                </a:cubicBezTo>
                <a:cubicBezTo>
                  <a:pt x="1920912" y="4908442"/>
                  <a:pt x="1922853" y="4903800"/>
                  <a:pt x="1924107" y="4897739"/>
                </a:cubicBezTo>
                <a:lnTo>
                  <a:pt x="1929060" y="4867411"/>
                </a:lnTo>
                <a:close/>
                <a:moveTo>
                  <a:pt x="5729952" y="3259393"/>
                </a:moveTo>
                <a:cubicBezTo>
                  <a:pt x="5744253" y="3263381"/>
                  <a:pt x="5767945" y="3265375"/>
                  <a:pt x="5801028" y="3265375"/>
                </a:cubicBezTo>
                <a:lnTo>
                  <a:pt x="5942169" y="3265375"/>
                </a:lnTo>
                <a:cubicBezTo>
                  <a:pt x="5994074" y="3265375"/>
                  <a:pt x="6028341" y="3272474"/>
                  <a:pt x="6044972" y="3286673"/>
                </a:cubicBezTo>
                <a:cubicBezTo>
                  <a:pt x="6061603" y="3300872"/>
                  <a:pt x="6069918" y="3323992"/>
                  <a:pt x="6069918" y="3356034"/>
                </a:cubicBezTo>
                <a:cubicBezTo>
                  <a:pt x="6069918" y="3383593"/>
                  <a:pt x="6059943" y="3407898"/>
                  <a:pt x="6039990" y="3428947"/>
                </a:cubicBezTo>
                <a:cubicBezTo>
                  <a:pt x="6020039" y="3449998"/>
                  <a:pt x="5993639" y="3465997"/>
                  <a:pt x="5960790" y="3476944"/>
                </a:cubicBezTo>
                <a:cubicBezTo>
                  <a:pt x="5927942" y="3487891"/>
                  <a:pt x="5892632" y="3493365"/>
                  <a:pt x="5854863" y="3493365"/>
                </a:cubicBezTo>
                <a:cubicBezTo>
                  <a:pt x="5793344" y="3493365"/>
                  <a:pt x="5750294" y="3482884"/>
                  <a:pt x="5725714" y="3461923"/>
                </a:cubicBezTo>
                <a:cubicBezTo>
                  <a:pt x="5701133" y="3440962"/>
                  <a:pt x="5688842" y="3409653"/>
                  <a:pt x="5688842" y="3367997"/>
                </a:cubicBezTo>
                <a:cubicBezTo>
                  <a:pt x="5688842" y="3326557"/>
                  <a:pt x="5702545" y="3290356"/>
                  <a:pt x="5729952" y="3259393"/>
                </a:cubicBezTo>
                <a:close/>
                <a:moveTo>
                  <a:pt x="7515832" y="2649412"/>
                </a:moveTo>
                <a:cubicBezTo>
                  <a:pt x="7570657" y="2649412"/>
                  <a:pt x="7610837" y="2673821"/>
                  <a:pt x="7636370" y="2722640"/>
                </a:cubicBezTo>
                <a:cubicBezTo>
                  <a:pt x="7661904" y="2771459"/>
                  <a:pt x="7674670" y="2839067"/>
                  <a:pt x="7674670" y="2925466"/>
                </a:cubicBezTo>
                <a:cubicBezTo>
                  <a:pt x="7674670" y="3012829"/>
                  <a:pt x="7660793" y="3077891"/>
                  <a:pt x="7633037" y="3120652"/>
                </a:cubicBezTo>
                <a:cubicBezTo>
                  <a:pt x="7605281" y="3163413"/>
                  <a:pt x="7566212" y="3184793"/>
                  <a:pt x="7515832" y="3184793"/>
                </a:cubicBezTo>
                <a:cubicBezTo>
                  <a:pt x="7461844" y="3184793"/>
                  <a:pt x="7421674" y="3160324"/>
                  <a:pt x="7395321" y="3111384"/>
                </a:cubicBezTo>
                <a:cubicBezTo>
                  <a:pt x="7368969" y="3062445"/>
                  <a:pt x="7355793" y="2994490"/>
                  <a:pt x="7355793" y="2907521"/>
                </a:cubicBezTo>
                <a:cubicBezTo>
                  <a:pt x="7355793" y="2820665"/>
                  <a:pt x="7369810" y="2755933"/>
                  <a:pt x="7397845" y="2713325"/>
                </a:cubicBezTo>
                <a:cubicBezTo>
                  <a:pt x="7425880" y="2670716"/>
                  <a:pt x="7465209" y="2649412"/>
                  <a:pt x="7515832" y="2649412"/>
                </a:cubicBezTo>
                <a:close/>
                <a:moveTo>
                  <a:pt x="12588981" y="2648212"/>
                </a:moveTo>
                <a:cubicBezTo>
                  <a:pt x="12630128" y="2648212"/>
                  <a:pt x="12660323" y="2661823"/>
                  <a:pt x="12679563" y="2689046"/>
                </a:cubicBezTo>
                <a:cubicBezTo>
                  <a:pt x="12698803" y="2716268"/>
                  <a:pt x="12708799" y="2754473"/>
                  <a:pt x="12709548" y="2803660"/>
                </a:cubicBezTo>
                <a:cubicBezTo>
                  <a:pt x="12709548" y="2820005"/>
                  <a:pt x="12708805" y="2833422"/>
                  <a:pt x="12707319" y="2843913"/>
                </a:cubicBezTo>
                <a:lnTo>
                  <a:pt x="12443305" y="2843913"/>
                </a:lnTo>
                <a:cubicBezTo>
                  <a:pt x="12447025" y="2775511"/>
                  <a:pt x="12461631" y="2725793"/>
                  <a:pt x="12487119" y="2694761"/>
                </a:cubicBezTo>
                <a:cubicBezTo>
                  <a:pt x="12512609" y="2663728"/>
                  <a:pt x="12546562" y="2648212"/>
                  <a:pt x="12588981" y="2648212"/>
                </a:cubicBezTo>
                <a:close/>
                <a:moveTo>
                  <a:pt x="10522054" y="2648212"/>
                </a:moveTo>
                <a:cubicBezTo>
                  <a:pt x="10563203" y="2648212"/>
                  <a:pt x="10593398" y="2661823"/>
                  <a:pt x="10612637" y="2689046"/>
                </a:cubicBezTo>
                <a:cubicBezTo>
                  <a:pt x="10631878" y="2716268"/>
                  <a:pt x="10641873" y="2754473"/>
                  <a:pt x="10642623" y="2803660"/>
                </a:cubicBezTo>
                <a:cubicBezTo>
                  <a:pt x="10642623" y="2820005"/>
                  <a:pt x="10641880" y="2833422"/>
                  <a:pt x="10640394" y="2843913"/>
                </a:cubicBezTo>
                <a:lnTo>
                  <a:pt x="10376380" y="2843913"/>
                </a:lnTo>
                <a:cubicBezTo>
                  <a:pt x="10380100" y="2775511"/>
                  <a:pt x="10394705" y="2725793"/>
                  <a:pt x="10420194" y="2694761"/>
                </a:cubicBezTo>
                <a:cubicBezTo>
                  <a:pt x="10445684" y="2663728"/>
                  <a:pt x="10479637" y="2648212"/>
                  <a:pt x="10522054" y="2648212"/>
                </a:cubicBezTo>
                <a:close/>
                <a:moveTo>
                  <a:pt x="6578705" y="2648212"/>
                </a:moveTo>
                <a:cubicBezTo>
                  <a:pt x="6619853" y="2648212"/>
                  <a:pt x="6650048" y="2661823"/>
                  <a:pt x="6669288" y="2689046"/>
                </a:cubicBezTo>
                <a:cubicBezTo>
                  <a:pt x="6688529" y="2716268"/>
                  <a:pt x="6698524" y="2754473"/>
                  <a:pt x="6699273" y="2803660"/>
                </a:cubicBezTo>
                <a:cubicBezTo>
                  <a:pt x="6699273" y="2820005"/>
                  <a:pt x="6698530" y="2833422"/>
                  <a:pt x="6697043" y="2843913"/>
                </a:cubicBezTo>
                <a:lnTo>
                  <a:pt x="6433030" y="2843913"/>
                </a:lnTo>
                <a:cubicBezTo>
                  <a:pt x="6436752" y="2775511"/>
                  <a:pt x="6451356" y="2725793"/>
                  <a:pt x="6476846" y="2694761"/>
                </a:cubicBezTo>
                <a:cubicBezTo>
                  <a:pt x="6502333" y="2663728"/>
                  <a:pt x="6536287" y="2648212"/>
                  <a:pt x="6578705" y="2648212"/>
                </a:cubicBezTo>
                <a:close/>
                <a:moveTo>
                  <a:pt x="3387831" y="2648212"/>
                </a:moveTo>
                <a:cubicBezTo>
                  <a:pt x="3428979" y="2648212"/>
                  <a:pt x="3459173" y="2661823"/>
                  <a:pt x="3478413" y="2689046"/>
                </a:cubicBezTo>
                <a:cubicBezTo>
                  <a:pt x="3497654" y="2716268"/>
                  <a:pt x="3507649" y="2754473"/>
                  <a:pt x="3508398" y="2803660"/>
                </a:cubicBezTo>
                <a:cubicBezTo>
                  <a:pt x="3508398" y="2820005"/>
                  <a:pt x="3507655" y="2833422"/>
                  <a:pt x="3506169" y="2843913"/>
                </a:cubicBezTo>
                <a:lnTo>
                  <a:pt x="3242155" y="2843913"/>
                </a:lnTo>
                <a:cubicBezTo>
                  <a:pt x="3245876" y="2775511"/>
                  <a:pt x="3260481" y="2725793"/>
                  <a:pt x="3285970" y="2694761"/>
                </a:cubicBezTo>
                <a:cubicBezTo>
                  <a:pt x="3311459" y="2663728"/>
                  <a:pt x="3345413" y="2648212"/>
                  <a:pt x="3387831" y="2648212"/>
                </a:cubicBezTo>
                <a:close/>
                <a:moveTo>
                  <a:pt x="5140660" y="2647012"/>
                </a:moveTo>
                <a:cubicBezTo>
                  <a:pt x="5165628" y="2647012"/>
                  <a:pt x="5188872" y="2650479"/>
                  <a:pt x="5210392" y="2657413"/>
                </a:cubicBezTo>
                <a:cubicBezTo>
                  <a:pt x="5231912" y="2664347"/>
                  <a:pt x="5244470" y="2670513"/>
                  <a:pt x="5248063" y="2675911"/>
                </a:cubicBezTo>
                <a:lnTo>
                  <a:pt x="5248063" y="3106212"/>
                </a:lnTo>
                <a:cubicBezTo>
                  <a:pt x="5236774" y="3121503"/>
                  <a:pt x="5218532" y="3135631"/>
                  <a:pt x="5193342" y="3148598"/>
                </a:cubicBezTo>
                <a:cubicBezTo>
                  <a:pt x="5168152" y="3161565"/>
                  <a:pt x="5141021" y="3168049"/>
                  <a:pt x="5111951" y="3168049"/>
                </a:cubicBezTo>
                <a:cubicBezTo>
                  <a:pt x="5064224" y="3168049"/>
                  <a:pt x="5025023" y="3148595"/>
                  <a:pt x="4994345" y="3109689"/>
                </a:cubicBezTo>
                <a:cubicBezTo>
                  <a:pt x="4963669" y="3070782"/>
                  <a:pt x="4948331" y="3009374"/>
                  <a:pt x="4948331" y="2925466"/>
                </a:cubicBezTo>
                <a:cubicBezTo>
                  <a:pt x="4948331" y="2829403"/>
                  <a:pt x="4965828" y="2758978"/>
                  <a:pt x="5000823" y="2714192"/>
                </a:cubicBezTo>
                <a:cubicBezTo>
                  <a:pt x="5035817" y="2669405"/>
                  <a:pt x="5082430" y="2647012"/>
                  <a:pt x="5140660" y="2647012"/>
                </a:cubicBezTo>
                <a:close/>
                <a:moveTo>
                  <a:pt x="5847681" y="2644631"/>
                </a:moveTo>
                <a:cubicBezTo>
                  <a:pt x="5891128" y="2644631"/>
                  <a:pt x="5923481" y="2655978"/>
                  <a:pt x="5944741" y="2678673"/>
                </a:cubicBezTo>
                <a:cubicBezTo>
                  <a:pt x="5966000" y="2701368"/>
                  <a:pt x="5976630" y="2737785"/>
                  <a:pt x="5976630" y="2787925"/>
                </a:cubicBezTo>
                <a:cubicBezTo>
                  <a:pt x="5976630" y="2888242"/>
                  <a:pt x="5935241" y="2938401"/>
                  <a:pt x="5852462" y="2938401"/>
                </a:cubicBezTo>
                <a:cubicBezTo>
                  <a:pt x="5806996" y="2938401"/>
                  <a:pt x="5773145" y="2924913"/>
                  <a:pt x="5750906" y="2897938"/>
                </a:cubicBezTo>
                <a:cubicBezTo>
                  <a:pt x="5728669" y="2870964"/>
                  <a:pt x="5717550" y="2833492"/>
                  <a:pt x="5717550" y="2785524"/>
                </a:cubicBezTo>
                <a:cubicBezTo>
                  <a:pt x="5717550" y="2735639"/>
                  <a:pt x="5729108" y="2699685"/>
                  <a:pt x="5752221" y="2677663"/>
                </a:cubicBezTo>
                <a:cubicBezTo>
                  <a:pt x="5775336" y="2655642"/>
                  <a:pt x="5807155" y="2644631"/>
                  <a:pt x="5847681" y="2644631"/>
                </a:cubicBezTo>
                <a:close/>
                <a:moveTo>
                  <a:pt x="11048769" y="2560468"/>
                </a:moveTo>
                <a:lnTo>
                  <a:pt x="10865697" y="2583499"/>
                </a:lnTo>
                <a:lnTo>
                  <a:pt x="10865697" y="2667262"/>
                </a:lnTo>
                <a:lnTo>
                  <a:pt x="10951804" y="2688788"/>
                </a:lnTo>
                <a:lnTo>
                  <a:pt x="10951804" y="3172087"/>
                </a:lnTo>
                <a:lnTo>
                  <a:pt x="10876461" y="3182850"/>
                </a:lnTo>
                <a:lnTo>
                  <a:pt x="10876461" y="3262975"/>
                </a:lnTo>
                <a:lnTo>
                  <a:pt x="11183109" y="3262975"/>
                </a:lnTo>
                <a:lnTo>
                  <a:pt x="11183109" y="3182793"/>
                </a:lnTo>
                <a:lnTo>
                  <a:pt x="11101784" y="3172030"/>
                </a:lnTo>
                <a:lnTo>
                  <a:pt x="11101784" y="2734299"/>
                </a:lnTo>
                <a:cubicBezTo>
                  <a:pt x="11123463" y="2718043"/>
                  <a:pt x="11150007" y="2703019"/>
                  <a:pt x="11181414" y="2689227"/>
                </a:cubicBezTo>
                <a:cubicBezTo>
                  <a:pt x="11212820" y="2675434"/>
                  <a:pt x="11242012" y="2668538"/>
                  <a:pt x="11268987" y="2668538"/>
                </a:cubicBezTo>
                <a:cubicBezTo>
                  <a:pt x="11299569" y="2668538"/>
                  <a:pt x="11322533" y="2674294"/>
                  <a:pt x="11337881" y="2685807"/>
                </a:cubicBezTo>
                <a:cubicBezTo>
                  <a:pt x="11353229" y="2697320"/>
                  <a:pt x="11363884" y="2715567"/>
                  <a:pt x="11369847" y="2740547"/>
                </a:cubicBezTo>
                <a:cubicBezTo>
                  <a:pt x="11375809" y="2765528"/>
                  <a:pt x="11378790" y="2800853"/>
                  <a:pt x="11378790" y="2846522"/>
                </a:cubicBezTo>
                <a:lnTo>
                  <a:pt x="11378790" y="3173154"/>
                </a:lnTo>
                <a:lnTo>
                  <a:pt x="11304649" y="3182736"/>
                </a:lnTo>
                <a:lnTo>
                  <a:pt x="11304649" y="3262975"/>
                </a:lnTo>
                <a:lnTo>
                  <a:pt x="11612477" y="3262975"/>
                </a:lnTo>
                <a:lnTo>
                  <a:pt x="11612477" y="3181288"/>
                </a:lnTo>
                <a:lnTo>
                  <a:pt x="11528772" y="3172906"/>
                </a:lnTo>
                <a:lnTo>
                  <a:pt x="11528772" y="2847722"/>
                </a:lnTo>
                <a:cubicBezTo>
                  <a:pt x="11528772" y="2780159"/>
                  <a:pt x="11522936" y="2725742"/>
                  <a:pt x="11511265" y="2684474"/>
                </a:cubicBezTo>
                <a:cubicBezTo>
                  <a:pt x="11499592" y="2643205"/>
                  <a:pt x="11478874" y="2612220"/>
                  <a:pt x="11449105" y="2591519"/>
                </a:cubicBezTo>
                <a:cubicBezTo>
                  <a:pt x="11419336" y="2570818"/>
                  <a:pt x="11378036" y="2560468"/>
                  <a:pt x="11325203" y="2560468"/>
                </a:cubicBezTo>
                <a:cubicBezTo>
                  <a:pt x="11280385" y="2560468"/>
                  <a:pt x="11233699" y="2571164"/>
                  <a:pt x="11185148" y="2592557"/>
                </a:cubicBezTo>
                <a:cubicBezTo>
                  <a:pt x="11136596" y="2613951"/>
                  <a:pt x="11104420" y="2636337"/>
                  <a:pt x="11088621" y="2659718"/>
                </a:cubicBezTo>
                <a:lnTo>
                  <a:pt x="11089821" y="2639220"/>
                </a:lnTo>
                <a:lnTo>
                  <a:pt x="11089821" y="2588490"/>
                </a:lnTo>
                <a:lnTo>
                  <a:pt x="11057112" y="2560468"/>
                </a:lnTo>
                <a:close/>
                <a:moveTo>
                  <a:pt x="9619923" y="2560468"/>
                </a:moveTo>
                <a:lnTo>
                  <a:pt x="9612398" y="2560563"/>
                </a:lnTo>
                <a:lnTo>
                  <a:pt x="9415592" y="2584680"/>
                </a:lnTo>
                <a:lnTo>
                  <a:pt x="9415592" y="2667338"/>
                </a:lnTo>
                <a:lnTo>
                  <a:pt x="9506480" y="2688865"/>
                </a:lnTo>
                <a:lnTo>
                  <a:pt x="9506480" y="3171801"/>
                </a:lnTo>
                <a:lnTo>
                  <a:pt x="9409611" y="3182564"/>
                </a:lnTo>
                <a:lnTo>
                  <a:pt x="9409611" y="3262975"/>
                </a:lnTo>
                <a:lnTo>
                  <a:pt x="9750949" y="3262975"/>
                </a:lnTo>
                <a:lnTo>
                  <a:pt x="9750949" y="3182488"/>
                </a:lnTo>
                <a:lnTo>
                  <a:pt x="9655261" y="3172906"/>
                </a:lnTo>
                <a:lnTo>
                  <a:pt x="9655261" y="2588128"/>
                </a:lnTo>
                <a:close/>
                <a:moveTo>
                  <a:pt x="12611707" y="2558067"/>
                </a:moveTo>
                <a:cubicBezTo>
                  <a:pt x="12548676" y="2558067"/>
                  <a:pt x="12492410" y="2573047"/>
                  <a:pt x="12442905" y="2603006"/>
                </a:cubicBezTo>
                <a:cubicBezTo>
                  <a:pt x="12393399" y="2632966"/>
                  <a:pt x="12355100" y="2675041"/>
                  <a:pt x="12328005" y="2729231"/>
                </a:cubicBezTo>
                <a:cubicBezTo>
                  <a:pt x="12300910" y="2783423"/>
                  <a:pt x="12287362" y="2846040"/>
                  <a:pt x="12287362" y="2917084"/>
                </a:cubicBezTo>
                <a:cubicBezTo>
                  <a:pt x="12287362" y="3025339"/>
                  <a:pt x="12313708" y="3112245"/>
                  <a:pt x="12366400" y="3177802"/>
                </a:cubicBezTo>
                <a:cubicBezTo>
                  <a:pt x="12419092" y="3243359"/>
                  <a:pt x="12495679" y="3276138"/>
                  <a:pt x="12596162" y="3276138"/>
                </a:cubicBezTo>
                <a:cubicBezTo>
                  <a:pt x="12644816" y="3276138"/>
                  <a:pt x="12692628" y="3267073"/>
                  <a:pt x="12739599" y="3248944"/>
                </a:cubicBezTo>
                <a:cubicBezTo>
                  <a:pt x="12786571" y="3230815"/>
                  <a:pt x="12823358" y="3207304"/>
                  <a:pt x="12849965" y="3178411"/>
                </a:cubicBezTo>
                <a:lnTo>
                  <a:pt x="12819790" y="3110613"/>
                </a:lnTo>
                <a:cubicBezTo>
                  <a:pt x="12793095" y="3128418"/>
                  <a:pt x="12763179" y="3142842"/>
                  <a:pt x="12730045" y="3153885"/>
                </a:cubicBezTo>
                <a:cubicBezTo>
                  <a:pt x="12696911" y="3164927"/>
                  <a:pt x="12665041" y="3170449"/>
                  <a:pt x="12634434" y="3170449"/>
                </a:cubicBezTo>
                <a:cubicBezTo>
                  <a:pt x="12574083" y="3170449"/>
                  <a:pt x="12527296" y="3147608"/>
                  <a:pt x="12494074" y="3101926"/>
                </a:cubicBezTo>
                <a:cubicBezTo>
                  <a:pt x="12460850" y="3056244"/>
                  <a:pt x="12443528" y="2999094"/>
                  <a:pt x="12442105" y="2930476"/>
                </a:cubicBezTo>
                <a:lnTo>
                  <a:pt x="12851089" y="2930476"/>
                </a:lnTo>
                <a:cubicBezTo>
                  <a:pt x="12858304" y="2897443"/>
                  <a:pt x="12861909" y="2858346"/>
                  <a:pt x="12861909" y="2813185"/>
                </a:cubicBezTo>
                <a:cubicBezTo>
                  <a:pt x="12859306" y="2729606"/>
                  <a:pt x="12836379" y="2666192"/>
                  <a:pt x="12793130" y="2622942"/>
                </a:cubicBezTo>
                <a:cubicBezTo>
                  <a:pt x="12749880" y="2579692"/>
                  <a:pt x="12689406" y="2558067"/>
                  <a:pt x="12611707" y="2558067"/>
                </a:cubicBezTo>
                <a:close/>
                <a:moveTo>
                  <a:pt x="12014070" y="2558067"/>
                </a:moveTo>
                <a:cubicBezTo>
                  <a:pt x="11940613" y="2558067"/>
                  <a:pt x="11877558" y="2574447"/>
                  <a:pt x="11824904" y="2607207"/>
                </a:cubicBezTo>
                <a:cubicBezTo>
                  <a:pt x="11772249" y="2639967"/>
                  <a:pt x="11732569" y="2683877"/>
                  <a:pt x="11705860" y="2738938"/>
                </a:cubicBezTo>
                <a:cubicBezTo>
                  <a:pt x="11679152" y="2793998"/>
                  <a:pt x="11665799" y="2855374"/>
                  <a:pt x="11665799" y="2923065"/>
                </a:cubicBezTo>
                <a:cubicBezTo>
                  <a:pt x="11665799" y="2990312"/>
                  <a:pt x="11677575" y="3050589"/>
                  <a:pt x="11701127" y="3103898"/>
                </a:cubicBezTo>
                <a:cubicBezTo>
                  <a:pt x="11724679" y="3157206"/>
                  <a:pt x="11759939" y="3199239"/>
                  <a:pt x="11806911" y="3229999"/>
                </a:cubicBezTo>
                <a:cubicBezTo>
                  <a:pt x="11853882" y="3260758"/>
                  <a:pt x="11911372" y="3276138"/>
                  <a:pt x="11979381" y="3276138"/>
                </a:cubicBezTo>
                <a:cubicBezTo>
                  <a:pt x="12024135" y="3276138"/>
                  <a:pt x="12068219" y="3266832"/>
                  <a:pt x="12111635" y="3248220"/>
                </a:cubicBezTo>
                <a:cubicBezTo>
                  <a:pt x="12155050" y="3229608"/>
                  <a:pt x="12189184" y="3206663"/>
                  <a:pt x="12214038" y="3179383"/>
                </a:cubicBezTo>
                <a:lnTo>
                  <a:pt x="12184111" y="3116594"/>
                </a:lnTo>
                <a:cubicBezTo>
                  <a:pt x="12155116" y="3132723"/>
                  <a:pt x="12126367" y="3145731"/>
                  <a:pt x="12097862" y="3155618"/>
                </a:cubicBezTo>
                <a:cubicBezTo>
                  <a:pt x="12069356" y="3165505"/>
                  <a:pt x="12039032" y="3170449"/>
                  <a:pt x="12006888" y="3170449"/>
                </a:cubicBezTo>
                <a:cubicBezTo>
                  <a:pt x="11952964" y="3170449"/>
                  <a:pt x="11908824" y="3147230"/>
                  <a:pt x="11874472" y="3100792"/>
                </a:cubicBezTo>
                <a:cubicBezTo>
                  <a:pt x="11840119" y="3054355"/>
                  <a:pt x="11822941" y="2985149"/>
                  <a:pt x="11822941" y="2893176"/>
                </a:cubicBezTo>
                <a:cubicBezTo>
                  <a:pt x="11822941" y="2812937"/>
                  <a:pt x="11838115" y="2751650"/>
                  <a:pt x="11868462" y="2709315"/>
                </a:cubicBezTo>
                <a:cubicBezTo>
                  <a:pt x="11898809" y="2666979"/>
                  <a:pt x="11939769" y="2645812"/>
                  <a:pt x="11991344" y="2645812"/>
                </a:cubicBezTo>
                <a:cubicBezTo>
                  <a:pt x="12040518" y="2645812"/>
                  <a:pt x="12066819" y="2653800"/>
                  <a:pt x="12070248" y="2669776"/>
                </a:cubicBezTo>
                <a:lnTo>
                  <a:pt x="12098614" y="2801298"/>
                </a:lnTo>
                <a:lnTo>
                  <a:pt x="12197997" y="2801298"/>
                </a:lnTo>
                <a:lnTo>
                  <a:pt x="12203275" y="2597444"/>
                </a:lnTo>
                <a:cubicBezTo>
                  <a:pt x="12163080" y="2584350"/>
                  <a:pt x="12130243" y="2574514"/>
                  <a:pt x="12104767" y="2567935"/>
                </a:cubicBezTo>
                <a:cubicBezTo>
                  <a:pt x="12079292" y="2561357"/>
                  <a:pt x="12049059" y="2558067"/>
                  <a:pt x="12014070" y="2558067"/>
                </a:cubicBezTo>
                <a:close/>
                <a:moveTo>
                  <a:pt x="10544782" y="2558067"/>
                </a:moveTo>
                <a:cubicBezTo>
                  <a:pt x="10481752" y="2558067"/>
                  <a:pt x="10425484" y="2573047"/>
                  <a:pt x="10375980" y="2603006"/>
                </a:cubicBezTo>
                <a:cubicBezTo>
                  <a:pt x="10326476" y="2632966"/>
                  <a:pt x="10288175" y="2675041"/>
                  <a:pt x="10261080" y="2729231"/>
                </a:cubicBezTo>
                <a:cubicBezTo>
                  <a:pt x="10233984" y="2783423"/>
                  <a:pt x="10220437" y="2846040"/>
                  <a:pt x="10220437" y="2917084"/>
                </a:cubicBezTo>
                <a:cubicBezTo>
                  <a:pt x="10220437" y="3025339"/>
                  <a:pt x="10246783" y="3112245"/>
                  <a:pt x="10299475" y="3177802"/>
                </a:cubicBezTo>
                <a:cubicBezTo>
                  <a:pt x="10352167" y="3243359"/>
                  <a:pt x="10428754" y="3276138"/>
                  <a:pt x="10529237" y="3276138"/>
                </a:cubicBezTo>
                <a:cubicBezTo>
                  <a:pt x="10577891" y="3276138"/>
                  <a:pt x="10625703" y="3267073"/>
                  <a:pt x="10672674" y="3248944"/>
                </a:cubicBezTo>
                <a:cubicBezTo>
                  <a:pt x="10719645" y="3230815"/>
                  <a:pt x="10756433" y="3207304"/>
                  <a:pt x="10783040" y="3178411"/>
                </a:cubicBezTo>
                <a:lnTo>
                  <a:pt x="10752865" y="3110613"/>
                </a:lnTo>
                <a:cubicBezTo>
                  <a:pt x="10726169" y="3128418"/>
                  <a:pt x="10696254" y="3142842"/>
                  <a:pt x="10663120" y="3153885"/>
                </a:cubicBezTo>
                <a:cubicBezTo>
                  <a:pt x="10629986" y="3164927"/>
                  <a:pt x="10598115" y="3170449"/>
                  <a:pt x="10567509" y="3170449"/>
                </a:cubicBezTo>
                <a:cubicBezTo>
                  <a:pt x="10507158" y="3170449"/>
                  <a:pt x="10460371" y="3147608"/>
                  <a:pt x="10427147" y="3101926"/>
                </a:cubicBezTo>
                <a:cubicBezTo>
                  <a:pt x="10393925" y="3056244"/>
                  <a:pt x="10376602" y="2999094"/>
                  <a:pt x="10375180" y="2930476"/>
                </a:cubicBezTo>
                <a:lnTo>
                  <a:pt x="10784164" y="2930476"/>
                </a:lnTo>
                <a:cubicBezTo>
                  <a:pt x="10791378" y="2897443"/>
                  <a:pt x="10794984" y="2858346"/>
                  <a:pt x="10794984" y="2813185"/>
                </a:cubicBezTo>
                <a:cubicBezTo>
                  <a:pt x="10792381" y="2729606"/>
                  <a:pt x="10769454" y="2666192"/>
                  <a:pt x="10726205" y="2622942"/>
                </a:cubicBezTo>
                <a:cubicBezTo>
                  <a:pt x="10682954" y="2579692"/>
                  <a:pt x="10622480" y="2558067"/>
                  <a:pt x="10544782" y="2558067"/>
                </a:cubicBezTo>
                <a:close/>
                <a:moveTo>
                  <a:pt x="7521813" y="2558067"/>
                </a:moveTo>
                <a:cubicBezTo>
                  <a:pt x="7464549" y="2558067"/>
                  <a:pt x="7410787" y="2572396"/>
                  <a:pt x="7360526" y="2601054"/>
                </a:cubicBezTo>
                <a:cubicBezTo>
                  <a:pt x="7310267" y="2629711"/>
                  <a:pt x="7269926" y="2671177"/>
                  <a:pt x="7239502" y="2725450"/>
                </a:cubicBezTo>
                <a:cubicBezTo>
                  <a:pt x="7209079" y="2779724"/>
                  <a:pt x="7193868" y="2843602"/>
                  <a:pt x="7193868" y="2917084"/>
                </a:cubicBezTo>
                <a:cubicBezTo>
                  <a:pt x="7193868" y="3023738"/>
                  <a:pt x="7220201" y="3110244"/>
                  <a:pt x="7272868" y="3176602"/>
                </a:cubicBezTo>
                <a:cubicBezTo>
                  <a:pt x="7325535" y="3242959"/>
                  <a:pt x="7404135" y="3276138"/>
                  <a:pt x="7508669" y="3276138"/>
                </a:cubicBezTo>
                <a:cubicBezTo>
                  <a:pt x="7565806" y="3276138"/>
                  <a:pt x="7619435" y="3262054"/>
                  <a:pt x="7669556" y="3233885"/>
                </a:cubicBezTo>
                <a:cubicBezTo>
                  <a:pt x="7719676" y="3205716"/>
                  <a:pt x="7760049" y="3164321"/>
                  <a:pt x="7790675" y="3109698"/>
                </a:cubicBezTo>
                <a:cubicBezTo>
                  <a:pt x="7821301" y="3055075"/>
                  <a:pt x="7836615" y="2990470"/>
                  <a:pt x="7836615" y="2915883"/>
                </a:cubicBezTo>
                <a:cubicBezTo>
                  <a:pt x="7836615" y="2810016"/>
                  <a:pt x="7810284" y="2723913"/>
                  <a:pt x="7757623" y="2657575"/>
                </a:cubicBezTo>
                <a:cubicBezTo>
                  <a:pt x="7704963" y="2591236"/>
                  <a:pt x="7626360" y="2558067"/>
                  <a:pt x="7521813" y="2558067"/>
                </a:cubicBezTo>
                <a:close/>
                <a:moveTo>
                  <a:pt x="6601433" y="2558067"/>
                </a:moveTo>
                <a:cubicBezTo>
                  <a:pt x="6538403" y="2558067"/>
                  <a:pt x="6482134" y="2573047"/>
                  <a:pt x="6432630" y="2603006"/>
                </a:cubicBezTo>
                <a:cubicBezTo>
                  <a:pt x="6383125" y="2632966"/>
                  <a:pt x="6344825" y="2675041"/>
                  <a:pt x="6317730" y="2729231"/>
                </a:cubicBezTo>
                <a:cubicBezTo>
                  <a:pt x="6290634" y="2783423"/>
                  <a:pt x="6277087" y="2846040"/>
                  <a:pt x="6277087" y="2917084"/>
                </a:cubicBezTo>
                <a:cubicBezTo>
                  <a:pt x="6277087" y="3025339"/>
                  <a:pt x="6303433" y="3112245"/>
                  <a:pt x="6356125" y="3177802"/>
                </a:cubicBezTo>
                <a:cubicBezTo>
                  <a:pt x="6408818" y="3243359"/>
                  <a:pt x="6485405" y="3276138"/>
                  <a:pt x="6585887" y="3276138"/>
                </a:cubicBezTo>
                <a:cubicBezTo>
                  <a:pt x="6634540" y="3276138"/>
                  <a:pt x="6682353" y="3267073"/>
                  <a:pt x="6729325" y="3248944"/>
                </a:cubicBezTo>
                <a:cubicBezTo>
                  <a:pt x="6776295" y="3230815"/>
                  <a:pt x="6813084" y="3207304"/>
                  <a:pt x="6839691" y="3178411"/>
                </a:cubicBezTo>
                <a:lnTo>
                  <a:pt x="6809515" y="3110613"/>
                </a:lnTo>
                <a:cubicBezTo>
                  <a:pt x="6782819" y="3128418"/>
                  <a:pt x="6752905" y="3142842"/>
                  <a:pt x="6719770" y="3153885"/>
                </a:cubicBezTo>
                <a:cubicBezTo>
                  <a:pt x="6686637" y="3164927"/>
                  <a:pt x="6654765" y="3170449"/>
                  <a:pt x="6624159" y="3170449"/>
                </a:cubicBezTo>
                <a:cubicBezTo>
                  <a:pt x="6563808" y="3170449"/>
                  <a:pt x="6517022" y="3147608"/>
                  <a:pt x="6483798" y="3101926"/>
                </a:cubicBezTo>
                <a:cubicBezTo>
                  <a:pt x="6450576" y="3056244"/>
                  <a:pt x="6433252" y="2999094"/>
                  <a:pt x="6431830" y="2930476"/>
                </a:cubicBezTo>
                <a:lnTo>
                  <a:pt x="6840814" y="2930476"/>
                </a:lnTo>
                <a:cubicBezTo>
                  <a:pt x="6848027" y="2897443"/>
                  <a:pt x="6851635" y="2858346"/>
                  <a:pt x="6851635" y="2813185"/>
                </a:cubicBezTo>
                <a:cubicBezTo>
                  <a:pt x="6849032" y="2729606"/>
                  <a:pt x="6826105" y="2666192"/>
                  <a:pt x="6782855" y="2622942"/>
                </a:cubicBezTo>
                <a:cubicBezTo>
                  <a:pt x="6739604" y="2579692"/>
                  <a:pt x="6679130" y="2558067"/>
                  <a:pt x="6601433" y="2558067"/>
                </a:cubicBezTo>
                <a:close/>
                <a:moveTo>
                  <a:pt x="3410557" y="2558067"/>
                </a:moveTo>
                <a:cubicBezTo>
                  <a:pt x="3347527" y="2558067"/>
                  <a:pt x="3291260" y="2573047"/>
                  <a:pt x="3241755" y="2603006"/>
                </a:cubicBezTo>
                <a:cubicBezTo>
                  <a:pt x="3192251" y="2632966"/>
                  <a:pt x="3153950" y="2675041"/>
                  <a:pt x="3126855" y="2729231"/>
                </a:cubicBezTo>
                <a:cubicBezTo>
                  <a:pt x="3099760" y="2783423"/>
                  <a:pt x="3086212" y="2846040"/>
                  <a:pt x="3086212" y="2917084"/>
                </a:cubicBezTo>
                <a:cubicBezTo>
                  <a:pt x="3086212" y="3025339"/>
                  <a:pt x="3112558" y="3112245"/>
                  <a:pt x="3165251" y="3177802"/>
                </a:cubicBezTo>
                <a:cubicBezTo>
                  <a:pt x="3217943" y="3243359"/>
                  <a:pt x="3294530" y="3276138"/>
                  <a:pt x="3395013" y="3276138"/>
                </a:cubicBezTo>
                <a:cubicBezTo>
                  <a:pt x="3443666" y="3276138"/>
                  <a:pt x="3491478" y="3267073"/>
                  <a:pt x="3538450" y="3248944"/>
                </a:cubicBezTo>
                <a:cubicBezTo>
                  <a:pt x="3585421" y="3230815"/>
                  <a:pt x="3622209" y="3207304"/>
                  <a:pt x="3648816" y="3178411"/>
                </a:cubicBezTo>
                <a:lnTo>
                  <a:pt x="3618641" y="3110613"/>
                </a:lnTo>
                <a:cubicBezTo>
                  <a:pt x="3591945" y="3128418"/>
                  <a:pt x="3562030" y="3142842"/>
                  <a:pt x="3528896" y="3153885"/>
                </a:cubicBezTo>
                <a:cubicBezTo>
                  <a:pt x="3495761" y="3164927"/>
                  <a:pt x="3463891" y="3170449"/>
                  <a:pt x="3433284" y="3170449"/>
                </a:cubicBezTo>
                <a:cubicBezTo>
                  <a:pt x="3372933" y="3170449"/>
                  <a:pt x="3326147" y="3147608"/>
                  <a:pt x="3292924" y="3101926"/>
                </a:cubicBezTo>
                <a:cubicBezTo>
                  <a:pt x="3259701" y="3056244"/>
                  <a:pt x="3242377" y="2999094"/>
                  <a:pt x="3240955" y="2930476"/>
                </a:cubicBezTo>
                <a:lnTo>
                  <a:pt x="3649940" y="2930476"/>
                </a:lnTo>
                <a:cubicBezTo>
                  <a:pt x="3657153" y="2897443"/>
                  <a:pt x="3660760" y="2858346"/>
                  <a:pt x="3660760" y="2813185"/>
                </a:cubicBezTo>
                <a:cubicBezTo>
                  <a:pt x="3658157" y="2729606"/>
                  <a:pt x="3635230" y="2666192"/>
                  <a:pt x="3591980" y="2622942"/>
                </a:cubicBezTo>
                <a:cubicBezTo>
                  <a:pt x="3548730" y="2579692"/>
                  <a:pt x="3488256" y="2558067"/>
                  <a:pt x="3410557" y="2558067"/>
                </a:cubicBezTo>
                <a:close/>
                <a:moveTo>
                  <a:pt x="6177780" y="2556867"/>
                </a:moveTo>
                <a:cubicBezTo>
                  <a:pt x="6147960" y="2556867"/>
                  <a:pt x="6119890" y="2562811"/>
                  <a:pt x="6093569" y="2574698"/>
                </a:cubicBezTo>
                <a:cubicBezTo>
                  <a:pt x="6067248" y="2586585"/>
                  <a:pt x="6050182" y="2597380"/>
                  <a:pt x="6042372" y="2607083"/>
                </a:cubicBezTo>
                <a:cubicBezTo>
                  <a:pt x="6000576" y="2574406"/>
                  <a:pt x="5938073" y="2558067"/>
                  <a:pt x="5854863" y="2558067"/>
                </a:cubicBezTo>
                <a:cubicBezTo>
                  <a:pt x="5805308" y="2558067"/>
                  <a:pt x="5758220" y="2567659"/>
                  <a:pt x="5713597" y="2586842"/>
                </a:cubicBezTo>
                <a:cubicBezTo>
                  <a:pt x="5668977" y="2606026"/>
                  <a:pt x="5633086" y="2633588"/>
                  <a:pt x="5605927" y="2669529"/>
                </a:cubicBezTo>
                <a:cubicBezTo>
                  <a:pt x="5578768" y="2705470"/>
                  <a:pt x="5565189" y="2747723"/>
                  <a:pt x="5565189" y="2796288"/>
                </a:cubicBezTo>
                <a:cubicBezTo>
                  <a:pt x="5565189" y="2843417"/>
                  <a:pt x="5576406" y="2884337"/>
                  <a:pt x="5598840" y="2919046"/>
                </a:cubicBezTo>
                <a:cubicBezTo>
                  <a:pt x="5621276" y="2953755"/>
                  <a:pt x="5651123" y="2977047"/>
                  <a:pt x="5688385" y="2988921"/>
                </a:cubicBezTo>
                <a:cubicBezTo>
                  <a:pt x="5663442" y="2996249"/>
                  <a:pt x="5642055" y="3013499"/>
                  <a:pt x="5624225" y="3040671"/>
                </a:cubicBezTo>
                <a:cubicBezTo>
                  <a:pt x="5606394" y="3067842"/>
                  <a:pt x="5597478" y="3096814"/>
                  <a:pt x="5597478" y="3127586"/>
                </a:cubicBezTo>
                <a:cubicBezTo>
                  <a:pt x="5597478" y="3178653"/>
                  <a:pt x="5615817" y="3212136"/>
                  <a:pt x="5652495" y="3228037"/>
                </a:cubicBezTo>
                <a:cubicBezTo>
                  <a:pt x="5624555" y="3237727"/>
                  <a:pt x="5599031" y="3258117"/>
                  <a:pt x="5575923" y="3289206"/>
                </a:cubicBezTo>
                <a:cubicBezTo>
                  <a:pt x="5552815" y="3320296"/>
                  <a:pt x="5541262" y="3354535"/>
                  <a:pt x="5541262" y="3391924"/>
                </a:cubicBezTo>
                <a:cubicBezTo>
                  <a:pt x="5541262" y="3452846"/>
                  <a:pt x="5565538" y="3500407"/>
                  <a:pt x="5614090" y="3534609"/>
                </a:cubicBezTo>
                <a:cubicBezTo>
                  <a:pt x="5662642" y="3568809"/>
                  <a:pt x="5739312" y="3585910"/>
                  <a:pt x="5844100" y="3585910"/>
                </a:cubicBezTo>
                <a:cubicBezTo>
                  <a:pt x="5910317" y="3585910"/>
                  <a:pt x="5971913" y="3574639"/>
                  <a:pt x="6028885" y="3552096"/>
                </a:cubicBezTo>
                <a:cubicBezTo>
                  <a:pt x="6085857" y="3529554"/>
                  <a:pt x="6131532" y="3498366"/>
                  <a:pt x="6165911" y="3458532"/>
                </a:cubicBezTo>
                <a:cubicBezTo>
                  <a:pt x="6200290" y="3418699"/>
                  <a:pt x="6217480" y="3374563"/>
                  <a:pt x="6217480" y="3326125"/>
                </a:cubicBezTo>
                <a:cubicBezTo>
                  <a:pt x="6217480" y="3268696"/>
                  <a:pt x="6197442" y="3224204"/>
                  <a:pt x="6157368" y="3192652"/>
                </a:cubicBezTo>
                <a:cubicBezTo>
                  <a:pt x="6117293" y="3161098"/>
                  <a:pt x="6057123" y="3145322"/>
                  <a:pt x="5976859" y="3145322"/>
                </a:cubicBezTo>
                <a:lnTo>
                  <a:pt x="5841699" y="3145322"/>
                </a:lnTo>
                <a:cubicBezTo>
                  <a:pt x="5794354" y="3145322"/>
                  <a:pt x="5762624" y="3140788"/>
                  <a:pt x="5746507" y="3131720"/>
                </a:cubicBezTo>
                <a:cubicBezTo>
                  <a:pt x="5730390" y="3122652"/>
                  <a:pt x="5722331" y="3105729"/>
                  <a:pt x="5722331" y="3080952"/>
                </a:cubicBezTo>
                <a:cubicBezTo>
                  <a:pt x="5722331" y="3070081"/>
                  <a:pt x="5725488" y="3058682"/>
                  <a:pt x="5731800" y="3046757"/>
                </a:cubicBezTo>
                <a:cubicBezTo>
                  <a:pt x="5738112" y="3034832"/>
                  <a:pt x="5744882" y="3024773"/>
                  <a:pt x="5752107" y="3016582"/>
                </a:cubicBezTo>
                <a:cubicBezTo>
                  <a:pt x="5775551" y="3023770"/>
                  <a:pt x="5805015" y="3027364"/>
                  <a:pt x="5840500" y="3027364"/>
                </a:cubicBezTo>
                <a:cubicBezTo>
                  <a:pt x="5894969" y="3027364"/>
                  <a:pt x="5944043" y="3016960"/>
                  <a:pt x="5987718" y="2996151"/>
                </a:cubicBezTo>
                <a:cubicBezTo>
                  <a:pt x="6031393" y="2975342"/>
                  <a:pt x="6065657" y="2945773"/>
                  <a:pt x="6090512" y="2907445"/>
                </a:cubicBezTo>
                <a:cubicBezTo>
                  <a:pt x="6115365" y="2869116"/>
                  <a:pt x="6127792" y="2825288"/>
                  <a:pt x="6127792" y="2775961"/>
                </a:cubicBezTo>
                <a:cubicBezTo>
                  <a:pt x="6127792" y="2735144"/>
                  <a:pt x="6118223" y="2704918"/>
                  <a:pt x="6099084" y="2685283"/>
                </a:cubicBezTo>
                <a:lnTo>
                  <a:pt x="6230643" y="2685283"/>
                </a:lnTo>
                <a:lnTo>
                  <a:pt x="6230643" y="2556867"/>
                </a:lnTo>
                <a:close/>
                <a:moveTo>
                  <a:pt x="4005394" y="2351146"/>
                </a:moveTo>
                <a:lnTo>
                  <a:pt x="4005394" y="2432623"/>
                </a:lnTo>
                <a:lnTo>
                  <a:pt x="4103463" y="2446968"/>
                </a:lnTo>
                <a:lnTo>
                  <a:pt x="4103463" y="3170696"/>
                </a:lnTo>
                <a:lnTo>
                  <a:pt x="4004193" y="3182660"/>
                </a:lnTo>
                <a:lnTo>
                  <a:pt x="4004193" y="3262975"/>
                </a:lnTo>
                <a:lnTo>
                  <a:pt x="4690508" y="3262975"/>
                </a:lnTo>
                <a:lnTo>
                  <a:pt x="4727065" y="3035308"/>
                </a:lnTo>
                <a:lnTo>
                  <a:pt x="4637111" y="3008943"/>
                </a:lnTo>
                <a:lnTo>
                  <a:pt x="4572360" y="3161324"/>
                </a:lnTo>
                <a:lnTo>
                  <a:pt x="4255825" y="3171611"/>
                </a:lnTo>
                <a:lnTo>
                  <a:pt x="4255825" y="2839569"/>
                </a:lnTo>
                <a:lnTo>
                  <a:pt x="4432780" y="2842979"/>
                </a:lnTo>
                <a:lnTo>
                  <a:pt x="4449563" y="2946020"/>
                </a:lnTo>
                <a:lnTo>
                  <a:pt x="4538089" y="2946020"/>
                </a:lnTo>
                <a:lnTo>
                  <a:pt x="4538089" y="2647774"/>
                </a:lnTo>
                <a:lnTo>
                  <a:pt x="4449488" y="2647774"/>
                </a:lnTo>
                <a:lnTo>
                  <a:pt x="4432685" y="2747405"/>
                </a:lnTo>
                <a:lnTo>
                  <a:pt x="4255825" y="2749405"/>
                </a:lnTo>
                <a:lnTo>
                  <a:pt x="4255825" y="2436509"/>
                </a:lnTo>
                <a:lnTo>
                  <a:pt x="4530945" y="2443482"/>
                </a:lnTo>
                <a:lnTo>
                  <a:pt x="4565692" y="2559706"/>
                </a:lnTo>
                <a:lnTo>
                  <a:pt x="4655304" y="2559706"/>
                </a:lnTo>
                <a:lnTo>
                  <a:pt x="4637454" y="2351146"/>
                </a:lnTo>
                <a:close/>
                <a:moveTo>
                  <a:pt x="1437796" y="2351146"/>
                </a:moveTo>
                <a:lnTo>
                  <a:pt x="1416803" y="2694865"/>
                </a:lnTo>
                <a:lnTo>
                  <a:pt x="1518244" y="2694865"/>
                </a:lnTo>
                <a:lnTo>
                  <a:pt x="1560173" y="2444548"/>
                </a:lnTo>
                <a:lnTo>
                  <a:pt x="1743320" y="2437709"/>
                </a:lnTo>
                <a:lnTo>
                  <a:pt x="1743320" y="3170277"/>
                </a:lnTo>
                <a:lnTo>
                  <a:pt x="1587834" y="3182241"/>
                </a:lnTo>
                <a:lnTo>
                  <a:pt x="1587834" y="3262975"/>
                </a:lnTo>
                <a:lnTo>
                  <a:pt x="2069113" y="3262975"/>
                </a:lnTo>
                <a:lnTo>
                  <a:pt x="2069113" y="3182184"/>
                </a:lnTo>
                <a:lnTo>
                  <a:pt x="1899282" y="3170220"/>
                </a:lnTo>
                <a:lnTo>
                  <a:pt x="1899282" y="2437709"/>
                </a:lnTo>
                <a:lnTo>
                  <a:pt x="2083363" y="2444548"/>
                </a:lnTo>
                <a:lnTo>
                  <a:pt x="2122891" y="2694865"/>
                </a:lnTo>
                <a:lnTo>
                  <a:pt x="2220999" y="2694865"/>
                </a:lnTo>
                <a:lnTo>
                  <a:pt x="2205988" y="2351146"/>
                </a:lnTo>
                <a:close/>
                <a:moveTo>
                  <a:pt x="9023220" y="2341583"/>
                </a:moveTo>
                <a:cubicBezTo>
                  <a:pt x="8962298" y="2341583"/>
                  <a:pt x="8908783" y="2351969"/>
                  <a:pt x="8862676" y="2372740"/>
                </a:cubicBezTo>
                <a:cubicBezTo>
                  <a:pt x="8816568" y="2393510"/>
                  <a:pt x="8781129" y="2422165"/>
                  <a:pt x="8756358" y="2458703"/>
                </a:cubicBezTo>
                <a:cubicBezTo>
                  <a:pt x="8731586" y="2495240"/>
                  <a:pt x="8719201" y="2536408"/>
                  <a:pt x="8719201" y="2582204"/>
                </a:cubicBezTo>
                <a:cubicBezTo>
                  <a:pt x="8719201" y="2633537"/>
                  <a:pt x="8731951" y="2677393"/>
                  <a:pt x="8757453" y="2713773"/>
                </a:cubicBezTo>
                <a:cubicBezTo>
                  <a:pt x="8782955" y="2750152"/>
                  <a:pt x="8812772" y="2779032"/>
                  <a:pt x="8846903" y="2800412"/>
                </a:cubicBezTo>
                <a:cubicBezTo>
                  <a:pt x="8881034" y="2821792"/>
                  <a:pt x="8918203" y="2841455"/>
                  <a:pt x="8958411" y="2859400"/>
                </a:cubicBezTo>
                <a:cubicBezTo>
                  <a:pt x="9012273" y="2882844"/>
                  <a:pt x="9052935" y="2902304"/>
                  <a:pt x="9080398" y="2917779"/>
                </a:cubicBezTo>
                <a:cubicBezTo>
                  <a:pt x="9107862" y="2933254"/>
                  <a:pt x="9129481" y="2951266"/>
                  <a:pt x="9145254" y="2971814"/>
                </a:cubicBezTo>
                <a:cubicBezTo>
                  <a:pt x="9161028" y="2992363"/>
                  <a:pt x="9168914" y="3016779"/>
                  <a:pt x="9168914" y="3045062"/>
                </a:cubicBezTo>
                <a:cubicBezTo>
                  <a:pt x="9168914" y="3089816"/>
                  <a:pt x="9154395" y="3124694"/>
                  <a:pt x="9125357" y="3149694"/>
                </a:cubicBezTo>
                <a:cubicBezTo>
                  <a:pt x="9096318" y="3174693"/>
                  <a:pt x="9053103" y="3187194"/>
                  <a:pt x="8995712" y="3187194"/>
                </a:cubicBezTo>
                <a:cubicBezTo>
                  <a:pt x="8960050" y="3187194"/>
                  <a:pt x="8927734" y="3182491"/>
                  <a:pt x="8898766" y="3173087"/>
                </a:cubicBezTo>
                <a:cubicBezTo>
                  <a:pt x="8869798" y="3163683"/>
                  <a:pt x="8850151" y="3154116"/>
                  <a:pt x="8839825" y="3144388"/>
                </a:cubicBezTo>
                <a:lnTo>
                  <a:pt x="8818680" y="2982654"/>
                </a:lnTo>
                <a:lnTo>
                  <a:pt x="8719677" y="2982654"/>
                </a:lnTo>
                <a:lnTo>
                  <a:pt x="8709638" y="3221502"/>
                </a:lnTo>
                <a:cubicBezTo>
                  <a:pt x="8727557" y="3222735"/>
                  <a:pt x="8747890" y="3227523"/>
                  <a:pt x="8770636" y="3235866"/>
                </a:cubicBezTo>
                <a:cubicBezTo>
                  <a:pt x="8810476" y="3248059"/>
                  <a:pt x="8847086" y="3257818"/>
                  <a:pt x="8880469" y="3265146"/>
                </a:cubicBezTo>
                <a:cubicBezTo>
                  <a:pt x="8913851" y="3272474"/>
                  <a:pt x="8951865" y="3276138"/>
                  <a:pt x="8994511" y="3276138"/>
                </a:cubicBezTo>
                <a:cubicBezTo>
                  <a:pt x="9065072" y="3276138"/>
                  <a:pt x="9125416" y="3263086"/>
                  <a:pt x="9175544" y="3236981"/>
                </a:cubicBezTo>
                <a:cubicBezTo>
                  <a:pt x="9225671" y="3210876"/>
                  <a:pt x="9263088" y="3177300"/>
                  <a:pt x="9287795" y="3136254"/>
                </a:cubicBezTo>
                <a:cubicBezTo>
                  <a:pt x="9312503" y="3095207"/>
                  <a:pt x="9324857" y="3052453"/>
                  <a:pt x="9324857" y="3007990"/>
                </a:cubicBezTo>
                <a:cubicBezTo>
                  <a:pt x="9324857" y="2961369"/>
                  <a:pt x="9312506" y="2921100"/>
                  <a:pt x="9287805" y="2887185"/>
                </a:cubicBezTo>
                <a:cubicBezTo>
                  <a:pt x="9263104" y="2853269"/>
                  <a:pt x="9234059" y="2826132"/>
                  <a:pt x="9200671" y="2805775"/>
                </a:cubicBezTo>
                <a:cubicBezTo>
                  <a:pt x="9167282" y="2785416"/>
                  <a:pt x="9124197" y="2762652"/>
                  <a:pt x="9071416" y="2737480"/>
                </a:cubicBezTo>
                <a:cubicBezTo>
                  <a:pt x="9016857" y="2711750"/>
                  <a:pt x="8977055" y="2691452"/>
                  <a:pt x="8952011" y="2676587"/>
                </a:cubicBezTo>
                <a:cubicBezTo>
                  <a:pt x="8926966" y="2661721"/>
                  <a:pt x="8906500" y="2644310"/>
                  <a:pt x="8890613" y="2624352"/>
                </a:cubicBezTo>
                <a:cubicBezTo>
                  <a:pt x="8874725" y="2604394"/>
                  <a:pt x="8866781" y="2579581"/>
                  <a:pt x="8866781" y="2549914"/>
                </a:cubicBezTo>
                <a:cubicBezTo>
                  <a:pt x="8866781" y="2509909"/>
                  <a:pt x="8879627" y="2479413"/>
                  <a:pt x="8905319" y="2458426"/>
                </a:cubicBezTo>
                <a:cubicBezTo>
                  <a:pt x="8931011" y="2437440"/>
                  <a:pt x="8969911" y="2426946"/>
                  <a:pt x="9022019" y="2426946"/>
                </a:cubicBezTo>
                <a:cubicBezTo>
                  <a:pt x="9050150" y="2426946"/>
                  <a:pt x="9076014" y="2430318"/>
                  <a:pt x="9099610" y="2437062"/>
                </a:cubicBezTo>
                <a:cubicBezTo>
                  <a:pt x="9123207" y="2443806"/>
                  <a:pt x="9137348" y="2449520"/>
                  <a:pt x="9142035" y="2454207"/>
                </a:cubicBezTo>
                <a:lnTo>
                  <a:pt x="9166952" y="2607540"/>
                </a:lnTo>
                <a:lnTo>
                  <a:pt x="9262049" y="2607540"/>
                </a:lnTo>
                <a:lnTo>
                  <a:pt x="9269841" y="2385151"/>
                </a:lnTo>
                <a:cubicBezTo>
                  <a:pt x="9252620" y="2382661"/>
                  <a:pt x="9236637" y="2378845"/>
                  <a:pt x="9221892" y="2373702"/>
                </a:cubicBezTo>
                <a:cubicBezTo>
                  <a:pt x="9184592" y="2363745"/>
                  <a:pt x="9151417" y="2355902"/>
                  <a:pt x="9122365" y="2350175"/>
                </a:cubicBezTo>
                <a:cubicBezTo>
                  <a:pt x="9093314" y="2344447"/>
                  <a:pt x="9060265" y="2341583"/>
                  <a:pt x="9023220" y="2341583"/>
                </a:cubicBezTo>
                <a:close/>
                <a:moveTo>
                  <a:pt x="9577289" y="2291348"/>
                </a:moveTo>
                <a:cubicBezTo>
                  <a:pt x="9546428" y="2291348"/>
                  <a:pt x="9522129" y="2300902"/>
                  <a:pt x="9504394" y="2320009"/>
                </a:cubicBezTo>
                <a:cubicBezTo>
                  <a:pt x="9486658" y="2339116"/>
                  <a:pt x="9477791" y="2362722"/>
                  <a:pt x="9477791" y="2390827"/>
                </a:cubicBezTo>
                <a:cubicBezTo>
                  <a:pt x="9477791" y="2416329"/>
                  <a:pt x="9485271" y="2437493"/>
                  <a:pt x="9500232" y="2454321"/>
                </a:cubicBezTo>
                <a:cubicBezTo>
                  <a:pt x="9515193" y="2471148"/>
                  <a:pt x="9537291" y="2479562"/>
                  <a:pt x="9566526" y="2479562"/>
                </a:cubicBezTo>
                <a:lnTo>
                  <a:pt x="9567726" y="2479562"/>
                </a:lnTo>
                <a:cubicBezTo>
                  <a:pt x="9598993" y="2479562"/>
                  <a:pt x="9623593" y="2470367"/>
                  <a:pt x="9641526" y="2451978"/>
                </a:cubicBezTo>
                <a:cubicBezTo>
                  <a:pt x="9659458" y="2433588"/>
                  <a:pt x="9668424" y="2409217"/>
                  <a:pt x="9668424" y="2378864"/>
                </a:cubicBezTo>
                <a:cubicBezTo>
                  <a:pt x="9668424" y="2354175"/>
                  <a:pt x="9660947" y="2333417"/>
                  <a:pt x="9645993" y="2316590"/>
                </a:cubicBezTo>
                <a:cubicBezTo>
                  <a:pt x="9631038" y="2299762"/>
                  <a:pt x="9608138" y="2291348"/>
                  <a:pt x="9577289" y="2291348"/>
                </a:cubicBezTo>
                <a:close/>
                <a:moveTo>
                  <a:pt x="10024202" y="2260259"/>
                </a:moveTo>
                <a:lnTo>
                  <a:pt x="10017192" y="2260354"/>
                </a:lnTo>
                <a:lnTo>
                  <a:pt x="9813205" y="2284414"/>
                </a:lnTo>
                <a:lnTo>
                  <a:pt x="9813205" y="2356157"/>
                </a:lnTo>
                <a:lnTo>
                  <a:pt x="9910093" y="2369301"/>
                </a:lnTo>
                <a:lnTo>
                  <a:pt x="9910093" y="3171801"/>
                </a:lnTo>
                <a:lnTo>
                  <a:pt x="9813205" y="3182564"/>
                </a:lnTo>
                <a:lnTo>
                  <a:pt x="9813205" y="3262975"/>
                </a:lnTo>
                <a:lnTo>
                  <a:pt x="10160524" y="3262975"/>
                </a:lnTo>
                <a:lnTo>
                  <a:pt x="10160524" y="3182431"/>
                </a:lnTo>
                <a:lnTo>
                  <a:pt x="10058854" y="3172849"/>
                </a:lnTo>
                <a:lnTo>
                  <a:pt x="10058854" y="2283900"/>
                </a:lnTo>
                <a:close/>
                <a:moveTo>
                  <a:pt x="5353924" y="2260259"/>
                </a:moveTo>
                <a:lnTo>
                  <a:pt x="5126067" y="2283042"/>
                </a:lnTo>
                <a:lnTo>
                  <a:pt x="5126067" y="2355128"/>
                </a:lnTo>
                <a:lnTo>
                  <a:pt x="5248063" y="2369472"/>
                </a:lnTo>
                <a:lnTo>
                  <a:pt x="5248063" y="2570012"/>
                </a:lnTo>
                <a:cubicBezTo>
                  <a:pt x="5223425" y="2562049"/>
                  <a:pt x="5190412" y="2558067"/>
                  <a:pt x="5149022" y="2558067"/>
                </a:cubicBezTo>
                <a:cubicBezTo>
                  <a:pt x="5075604" y="2558067"/>
                  <a:pt x="5011751" y="2574850"/>
                  <a:pt x="4957466" y="2608417"/>
                </a:cubicBezTo>
                <a:cubicBezTo>
                  <a:pt x="4903179" y="2641983"/>
                  <a:pt x="4861694" y="2687446"/>
                  <a:pt x="4833012" y="2744805"/>
                </a:cubicBezTo>
                <a:cubicBezTo>
                  <a:pt x="4804328" y="2802165"/>
                  <a:pt x="4789986" y="2865572"/>
                  <a:pt x="4789986" y="2935029"/>
                </a:cubicBezTo>
                <a:cubicBezTo>
                  <a:pt x="4789986" y="3009527"/>
                  <a:pt x="4802192" y="3072433"/>
                  <a:pt x="4826601" y="3123748"/>
                </a:cubicBezTo>
                <a:cubicBezTo>
                  <a:pt x="4851010" y="3175062"/>
                  <a:pt x="4884167" y="3213289"/>
                  <a:pt x="4926071" y="3238428"/>
                </a:cubicBezTo>
                <a:cubicBezTo>
                  <a:pt x="4967974" y="3263568"/>
                  <a:pt x="5013990" y="3276138"/>
                  <a:pt x="5064116" y="3276138"/>
                </a:cubicBezTo>
                <a:cubicBezTo>
                  <a:pt x="5108427" y="3276138"/>
                  <a:pt x="5149480" y="3266585"/>
                  <a:pt x="5187275" y="3247477"/>
                </a:cubicBezTo>
                <a:cubicBezTo>
                  <a:pt x="5225070" y="3228370"/>
                  <a:pt x="5248521" y="3206028"/>
                  <a:pt x="5257626" y="3180450"/>
                </a:cubicBezTo>
                <a:lnTo>
                  <a:pt x="5257626" y="3206530"/>
                </a:lnTo>
                <a:cubicBezTo>
                  <a:pt x="5257626" y="3233619"/>
                  <a:pt x="5263287" y="3251792"/>
                  <a:pt x="5274609" y="3261050"/>
                </a:cubicBezTo>
                <a:cubicBezTo>
                  <a:pt x="5285932" y="3270309"/>
                  <a:pt x="5303473" y="3274938"/>
                  <a:pt x="5327235" y="3274938"/>
                </a:cubicBezTo>
                <a:cubicBezTo>
                  <a:pt x="5349231" y="3274938"/>
                  <a:pt x="5369405" y="3273344"/>
                  <a:pt x="5387757" y="3270157"/>
                </a:cubicBezTo>
                <a:cubicBezTo>
                  <a:pt x="5406108" y="3266969"/>
                  <a:pt x="5431857" y="3261806"/>
                  <a:pt x="5465005" y="3254669"/>
                </a:cubicBezTo>
                <a:lnTo>
                  <a:pt x="5465005" y="3178812"/>
                </a:lnTo>
                <a:lnTo>
                  <a:pt x="5395644" y="3178812"/>
                </a:lnTo>
                <a:lnTo>
                  <a:pt x="5395644" y="2285347"/>
                </a:lnTo>
                <a:lnTo>
                  <a:pt x="5361125" y="2260259"/>
                </a:lnTo>
                <a:close/>
                <a:moveTo>
                  <a:pt x="2466001" y="2260259"/>
                </a:moveTo>
                <a:lnTo>
                  <a:pt x="2459010" y="2260354"/>
                </a:lnTo>
                <a:lnTo>
                  <a:pt x="2252622" y="2284395"/>
                </a:lnTo>
                <a:lnTo>
                  <a:pt x="2252622" y="2356213"/>
                </a:lnTo>
                <a:lnTo>
                  <a:pt x="2353092" y="2369358"/>
                </a:lnTo>
                <a:lnTo>
                  <a:pt x="2353092" y="3173192"/>
                </a:lnTo>
                <a:lnTo>
                  <a:pt x="2281331" y="3182774"/>
                </a:lnTo>
                <a:lnTo>
                  <a:pt x="2281331" y="3262975"/>
                </a:lnTo>
                <a:lnTo>
                  <a:pt x="2584378" y="3262975"/>
                </a:lnTo>
                <a:lnTo>
                  <a:pt x="2584378" y="3182774"/>
                </a:lnTo>
                <a:lnTo>
                  <a:pt x="2501853" y="3172011"/>
                </a:lnTo>
                <a:lnTo>
                  <a:pt x="2501853" y="2734147"/>
                </a:lnTo>
                <a:cubicBezTo>
                  <a:pt x="2522669" y="2718030"/>
                  <a:pt x="2548799" y="2703066"/>
                  <a:pt x="2580244" y="2689255"/>
                </a:cubicBezTo>
                <a:cubicBezTo>
                  <a:pt x="2611689" y="2675444"/>
                  <a:pt x="2640899" y="2668538"/>
                  <a:pt x="2667874" y="2668538"/>
                </a:cubicBezTo>
                <a:cubicBezTo>
                  <a:pt x="2700043" y="2668538"/>
                  <a:pt x="2723802" y="2674294"/>
                  <a:pt x="2739150" y="2685807"/>
                </a:cubicBezTo>
                <a:cubicBezTo>
                  <a:pt x="2754497" y="2697320"/>
                  <a:pt x="2765156" y="2715567"/>
                  <a:pt x="2771125" y="2740547"/>
                </a:cubicBezTo>
                <a:cubicBezTo>
                  <a:pt x="2777094" y="2765528"/>
                  <a:pt x="2780078" y="2800853"/>
                  <a:pt x="2780078" y="2846522"/>
                </a:cubicBezTo>
                <a:lnTo>
                  <a:pt x="2780078" y="3172068"/>
                </a:lnTo>
                <a:lnTo>
                  <a:pt x="2702336" y="3182831"/>
                </a:lnTo>
                <a:lnTo>
                  <a:pt x="2702336" y="3262975"/>
                </a:lnTo>
                <a:lnTo>
                  <a:pt x="3012565" y="3262975"/>
                </a:lnTo>
                <a:lnTo>
                  <a:pt x="3012565" y="3182755"/>
                </a:lnTo>
                <a:lnTo>
                  <a:pt x="2928840" y="3171992"/>
                </a:lnTo>
                <a:lnTo>
                  <a:pt x="2928840" y="2847722"/>
                </a:lnTo>
                <a:cubicBezTo>
                  <a:pt x="2928840" y="2780159"/>
                  <a:pt x="2923001" y="2725733"/>
                  <a:pt x="2911324" y="2684445"/>
                </a:cubicBezTo>
                <a:cubicBezTo>
                  <a:pt x="2899646" y="2643157"/>
                  <a:pt x="2878720" y="2612172"/>
                  <a:pt x="2848544" y="2591491"/>
                </a:cubicBezTo>
                <a:cubicBezTo>
                  <a:pt x="2818369" y="2570808"/>
                  <a:pt x="2776884" y="2560468"/>
                  <a:pt x="2724091" y="2560468"/>
                </a:cubicBezTo>
                <a:cubicBezTo>
                  <a:pt x="2676694" y="2560468"/>
                  <a:pt x="2629968" y="2571155"/>
                  <a:pt x="2583911" y="2592529"/>
                </a:cubicBezTo>
                <a:cubicBezTo>
                  <a:pt x="2537855" y="2613903"/>
                  <a:pt x="2508508" y="2635099"/>
                  <a:pt x="2495872" y="2656118"/>
                </a:cubicBezTo>
                <a:lnTo>
                  <a:pt x="2500653" y="2563363"/>
                </a:lnTo>
                <a:lnTo>
                  <a:pt x="2500653" y="2283900"/>
                </a:lnTo>
                <a:close/>
                <a:moveTo>
                  <a:pt x="8318598" y="2249495"/>
                </a:moveTo>
                <a:cubicBezTo>
                  <a:pt x="8269119" y="2249495"/>
                  <a:pt x="8222529" y="2262192"/>
                  <a:pt x="8178829" y="2287586"/>
                </a:cubicBezTo>
                <a:cubicBezTo>
                  <a:pt x="8135128" y="2312980"/>
                  <a:pt x="8099816" y="2347212"/>
                  <a:pt x="8072891" y="2390284"/>
                </a:cubicBezTo>
                <a:cubicBezTo>
                  <a:pt x="8045967" y="2433356"/>
                  <a:pt x="8032505" y="2480585"/>
                  <a:pt x="8032505" y="2531969"/>
                </a:cubicBezTo>
                <a:lnTo>
                  <a:pt x="8032505" y="2579518"/>
                </a:lnTo>
                <a:lnTo>
                  <a:pt x="7920073" y="2602244"/>
                </a:lnTo>
                <a:lnTo>
                  <a:pt x="7920073" y="2678120"/>
                </a:lnTo>
                <a:lnTo>
                  <a:pt x="8032505" y="2678120"/>
                </a:lnTo>
                <a:lnTo>
                  <a:pt x="8032505" y="3171763"/>
                </a:lnTo>
                <a:lnTo>
                  <a:pt x="7930836" y="3182527"/>
                </a:lnTo>
                <a:lnTo>
                  <a:pt x="7930836" y="3262975"/>
                </a:lnTo>
                <a:lnTo>
                  <a:pt x="8314046" y="3262975"/>
                </a:lnTo>
                <a:lnTo>
                  <a:pt x="8314046" y="3182202"/>
                </a:lnTo>
                <a:lnTo>
                  <a:pt x="8181286" y="3172620"/>
                </a:lnTo>
                <a:lnTo>
                  <a:pt x="8181286" y="2678120"/>
                </a:lnTo>
                <a:lnTo>
                  <a:pt x="8346335" y="2678120"/>
                </a:lnTo>
                <a:lnTo>
                  <a:pt x="8346335" y="2577213"/>
                </a:lnTo>
                <a:lnTo>
                  <a:pt x="8181286" y="2577213"/>
                </a:lnTo>
                <a:lnTo>
                  <a:pt x="8181286" y="2493698"/>
                </a:lnTo>
                <a:cubicBezTo>
                  <a:pt x="8181286" y="2448993"/>
                  <a:pt x="8188763" y="2418120"/>
                  <a:pt x="8203718" y="2401076"/>
                </a:cubicBezTo>
                <a:cubicBezTo>
                  <a:pt x="8218672" y="2384033"/>
                  <a:pt x="8243008" y="2375511"/>
                  <a:pt x="8276727" y="2375511"/>
                </a:cubicBezTo>
                <a:cubicBezTo>
                  <a:pt x="8300857" y="2375511"/>
                  <a:pt x="8322834" y="2378318"/>
                  <a:pt x="8342659" y="2383931"/>
                </a:cubicBezTo>
                <a:cubicBezTo>
                  <a:pt x="8362483" y="2389545"/>
                  <a:pt x="8382048" y="2395908"/>
                  <a:pt x="8401351" y="2403020"/>
                </a:cubicBezTo>
                <a:lnTo>
                  <a:pt x="8401351" y="2263897"/>
                </a:lnTo>
                <a:cubicBezTo>
                  <a:pt x="8374682" y="2254296"/>
                  <a:pt x="8347097" y="2249495"/>
                  <a:pt x="8318598" y="2249495"/>
                </a:cubicBezTo>
                <a:close/>
                <a:moveTo>
                  <a:pt x="0" y="0"/>
                </a:moveTo>
                <a:lnTo>
                  <a:pt x="14630399" y="0"/>
                </a:lnTo>
                <a:lnTo>
                  <a:pt x="14630399" y="8229600"/>
                </a:lnTo>
                <a:lnTo>
                  <a:pt x="0" y="822960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  <a:alpha val="20000"/>
                </a:schemeClr>
              </a:gs>
              <a:gs pos="50000">
                <a:schemeClr val="bg1">
                  <a:alpha val="17000"/>
                </a:schemeClr>
              </a:gs>
              <a:gs pos="100000">
                <a:schemeClr val="bg1">
                  <a:alpha val="12000"/>
                </a:schemeClr>
              </a:gs>
            </a:gsLst>
            <a:lin ang="5400000" scaled="1"/>
            <a:tileRect/>
          </a:gra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1896533" y="2000079"/>
            <a:ext cx="9381067" cy="181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718655" y="4716750"/>
            <a:ext cx="6973915" cy="8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2400" b="1" i="0" u="none" strike="noStrike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Merriweather" panose="020B0604020202020204" charset="-52"/>
              </a:rPr>
              <a:t>Разработка программного комплекса игры на</a:t>
            </a:r>
            <a:endParaRPr lang="en-US" sz="2400" b="1" i="0" u="none" strike="noStrike" dirty="0" smtClean="0">
              <a:ln>
                <a:solidFill>
                  <a:schemeClr val="bg1"/>
                </a:solidFill>
              </a:ln>
              <a:solidFill>
                <a:srgbClr val="FFFFFF"/>
              </a:solidFill>
              <a:effectLst/>
              <a:latin typeface="Merriweather" panose="020B0604020202020204" charset="-52"/>
            </a:endParaRPr>
          </a:p>
          <a:p>
            <a:pPr>
              <a:lnSpc>
                <a:spcPts val="3100"/>
              </a:lnSpc>
            </a:pPr>
            <a:r>
              <a:rPr lang="ru-RU" sz="2400" b="1" i="0" u="none" strike="noStrike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Merriweather" panose="020B0604020202020204" charset="-52"/>
              </a:rPr>
              <a:t> </a:t>
            </a:r>
            <a:r>
              <a:rPr lang="ru-RU" sz="2400" b="1" i="0" u="none" strike="noStrike" dirty="0" err="1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Merriweather" panose="020B0604020202020204" charset="-52"/>
              </a:rPr>
              <a:t>Python</a:t>
            </a:r>
            <a:r>
              <a:rPr lang="ru-RU" sz="2400" b="1" i="0" u="none" strike="noStrike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Merriweather" panose="020B0604020202020204" charset="-52"/>
              </a:rPr>
              <a:t> с применением </a:t>
            </a:r>
            <a:r>
              <a:rPr lang="ru-RU" sz="2400" b="1" i="0" u="none" strike="noStrike" dirty="0" err="1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Merriweather" panose="020B0604020202020204" charset="-52"/>
              </a:rPr>
              <a:t>Pygame</a:t>
            </a:r>
            <a:r>
              <a:rPr lang="ru-RU" sz="2400" b="1" i="0" u="none" strike="noStrike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Merriweather" panose="020B0604020202020204" charset="-52"/>
              </a:rPr>
              <a:t> и SQL</a:t>
            </a:r>
            <a:endParaRPr lang="en-US" sz="2000" b="1" dirty="0">
              <a:ln>
                <a:solidFill>
                  <a:schemeClr val="bg1"/>
                </a:solidFill>
              </a:ln>
              <a:latin typeface="Merriweather" panose="020B0604020202020204" charset="-5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8655" y="598572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Студент Картоев И. К. · Группа ИСиТ-23 · ИнгГУ · 2026</a:t>
            </a:r>
            <a:endParaRPr lang="en-US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-159658" y="2538774"/>
            <a:ext cx="14289629" cy="1003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50"/>
              </a:lnSpc>
            </a:pPr>
            <a:r>
              <a:rPr lang="en-US" sz="9600" b="1" dirty="0" smtClean="0">
                <a:solidFill>
                  <a:srgbClr val="F5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Edge of Silence</a:t>
            </a:r>
            <a:endParaRPr 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0"/>
          <p:cNvSpPr/>
          <p:nvPr/>
        </p:nvSpPr>
        <p:spPr>
          <a:xfrm>
            <a:off x="863798" y="1216819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Проблема и идея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86038" y="2358271"/>
            <a:ext cx="3762613" cy="4654510"/>
          </a:xfrm>
          <a:prstGeom prst="roundRect">
            <a:avLst>
              <a:gd name="adj" fmla="val 4723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32855" y="260508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32855" y="3237428"/>
            <a:ext cx="3268980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Ограниченная видимость создаёт дезориентацию — но именно это </a:t>
            </a:r>
            <a:r>
              <a:rPr lang="en-US" sz="19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усиливает погружение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и напряжение.</a:t>
            </a:r>
            <a:endParaRPr lang="en-US" sz="1900" dirty="0"/>
          </a:p>
        </p:txBody>
      </p:sp>
      <p:sp>
        <p:nvSpPr>
          <p:cNvPr id="11" name="Shape 1"/>
          <p:cNvSpPr/>
          <p:nvPr/>
        </p:nvSpPr>
        <p:spPr>
          <a:xfrm>
            <a:off x="4676775" y="2358271"/>
            <a:ext cx="3762613" cy="4654510"/>
          </a:xfrm>
          <a:prstGeom prst="roundRect">
            <a:avLst>
              <a:gd name="adj" fmla="val 4723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880729" y="260508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Решение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80729" y="3237428"/>
            <a:ext cx="3407093" cy="355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Навигация через </a:t>
            </a:r>
            <a:r>
              <a:rPr lang="en-US" sz="19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звук и визуальную рябь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Игрок воспринимает мир не глазами — а ощущениями. Комбинация аудио и визуальных сигналов заменяет традиционный HUD.</a:t>
            </a:r>
            <a:endParaRPr lang="en-US" sz="1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40688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Цель и задачи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005608"/>
            <a:ext cx="6327934" cy="2618184"/>
          </a:xfrm>
          <a:prstGeom prst="roundRect">
            <a:avLst>
              <a:gd name="adj" fmla="val 396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78" y="2036088"/>
            <a:ext cx="6266974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5" name="Text 3"/>
          <p:cNvSpPr/>
          <p:nvPr/>
        </p:nvSpPr>
        <p:spPr>
          <a:xfrm>
            <a:off x="3842623" y="216729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41095" y="30233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Цель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1095" y="3556873"/>
            <a:ext cx="5773341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Разработать рабочий игровой прототип с нестандартными механиками навигации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38549" y="2005608"/>
            <a:ext cx="6328053" cy="2618184"/>
          </a:xfrm>
          <a:prstGeom prst="roundRect">
            <a:avLst>
              <a:gd name="adj" fmla="val 396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9029" y="2036088"/>
            <a:ext cx="6267093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10" name="Text 8"/>
          <p:cNvSpPr/>
          <p:nvPr/>
        </p:nvSpPr>
        <p:spPr>
          <a:xfrm>
            <a:off x="10417493" y="216729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15845" y="30233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Архитектура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15845" y="3556873"/>
            <a:ext cx="577346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Спроектировать модульную структуру проекта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3798" y="4870609"/>
            <a:ext cx="6327934" cy="2618184"/>
          </a:xfrm>
          <a:prstGeom prst="roundRect">
            <a:avLst>
              <a:gd name="adj" fmla="val 396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278" y="4901089"/>
            <a:ext cx="6266974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2623" y="5032296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1141095" y="58883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Механики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1095" y="6421874"/>
            <a:ext cx="5773341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Реализовать основные игровые механики: лабиринт, рябь, звук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38549" y="4870609"/>
            <a:ext cx="6328053" cy="2618184"/>
          </a:xfrm>
          <a:prstGeom prst="roundRect">
            <a:avLst>
              <a:gd name="adj" fmla="val 396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9029" y="4901089"/>
            <a:ext cx="6267093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7493" y="5032296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7715845" y="58883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Графика и сборка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15845" y="6421874"/>
            <a:ext cx="577346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Настроить рендеринг, систему сохранений и финальную сборку</a:t>
            </a:r>
            <a:endParaRPr lang="en-US" sz="1900" dirty="0"/>
          </a:p>
        </p:txBody>
      </p:sp>
      <p:sp>
        <p:nvSpPr>
          <p:cNvPr id="24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8046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2800" b="1" dirty="0" smtClean="0">
                <a:solidFill>
                  <a:srgbClr val="F5F8FF"/>
                </a:solidFill>
                <a:latin typeface="Aptos"/>
              </a:rPr>
              <a:t>Главный цикл </a:t>
            </a:r>
            <a:r>
              <a:rPr sz="2800" b="1" dirty="0" smtClean="0">
                <a:solidFill>
                  <a:srgbClr val="F5F8FF"/>
                </a:solidFill>
                <a:latin typeface="Aptos"/>
              </a:rPr>
              <a:t>и d</a:t>
            </a:r>
            <a:r>
              <a:rPr lang="en-US" sz="2800" b="1" dirty="0" smtClean="0">
                <a:solidFill>
                  <a:srgbClr val="F5F8FF"/>
                </a:solidFill>
                <a:latin typeface="Aptos"/>
              </a:rPr>
              <a:t>el</a:t>
            </a:r>
            <a:r>
              <a:rPr sz="2800" b="1" dirty="0" smtClean="0">
                <a:solidFill>
                  <a:srgbClr val="F5F8FF"/>
                </a:solidFill>
                <a:latin typeface="Aptos"/>
              </a:rPr>
              <a:t>t</a:t>
            </a:r>
            <a:r>
              <a:rPr lang="en-US" sz="2800" b="1" dirty="0" smtClean="0">
                <a:solidFill>
                  <a:srgbClr val="F5F8FF"/>
                </a:solidFill>
                <a:latin typeface="Aptos"/>
              </a:rPr>
              <a:t>a time</a:t>
            </a:r>
            <a:endParaRPr sz="2800" b="1" dirty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DB7CD"/>
                </a:solidFill>
                <a:latin typeface="Aptos"/>
              </a:rPr>
              <a:t>Игровой цикл обновляет системы в одном порядке, а delta time делает поведение стабильным при любых FPS.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38912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2" y="1353312"/>
            <a:ext cx="1408176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ptos"/>
              </a:rPr>
              <a:t>Python</a:t>
            </a:r>
            <a:endParaRPr sz="1000" b="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849459"/>
            <a:ext cx="10515600" cy="280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while self.running: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dt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= self.clock.tick(FPS) / 1000.0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self.handle_input()</a:t>
            </a:r>
          </a:p>
          <a:p>
            <a:endParaRPr lang="en-US" sz="1400" dirty="0" smtClean="0">
              <a:solidFill>
                <a:srgbClr val="F5F8FF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self.player.update(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dt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, level, maze)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self.camera.update(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dt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, self.player.x, self.player.y)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self.ripple_system.update(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dt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, self.player)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self.fog.update(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dt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, self.player, maze)</a:t>
            </a:r>
          </a:p>
          <a:p>
            <a:endParaRPr lang="en-US" sz="1400" dirty="0" smtClean="0">
              <a:solidFill>
                <a:srgbClr val="F5F8FF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self.renderer.set_camera(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self.camera.x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, self.camera.y)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self.renderer.set_ripples(</a:t>
            </a:r>
            <a:r>
              <a:rPr lang="en-US" sz="1400" dirty="0" err="1" smtClean="0">
                <a:solidFill>
                  <a:srgbClr val="F5F8FF"/>
                </a:solidFill>
                <a:latin typeface="Consolas"/>
              </a:rPr>
              <a:t>self.ripple_system.active_ripples</a:t>
            </a:r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())</a:t>
            </a:r>
          </a:p>
          <a:p>
            <a:r>
              <a:rPr lang="en-US" sz="1400" dirty="0" smtClean="0">
                <a:solidFill>
                  <a:srgbClr val="F5F8FF"/>
                </a:solidFill>
                <a:latin typeface="Consolas"/>
              </a:rPr>
              <a:t>    self.renderer.render()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6238579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smtClean="0">
                <a:solidFill>
                  <a:srgbClr val="ADB7CD"/>
                </a:solidFill>
                <a:latin typeface="Aptos"/>
              </a:rPr>
              <a:t>Код </a:t>
            </a:r>
            <a:r>
              <a:rPr lang="ru-RU" sz="1200" b="0" dirty="0" smtClean="0">
                <a:solidFill>
                  <a:srgbClr val="ADB7CD"/>
                </a:solidFill>
                <a:latin typeface="Aptos"/>
              </a:rPr>
              <a:t>сокращен для слайда</a:t>
            </a:r>
            <a:r>
              <a:rPr sz="1200" b="0" dirty="0" smtClean="0">
                <a:solidFill>
                  <a:srgbClr val="ADB7CD"/>
                </a:solidFill>
                <a:latin typeface="Aptos"/>
              </a:rPr>
              <a:t> — </a:t>
            </a:r>
            <a:r>
              <a:rPr lang="ru-RU" sz="1200" b="0" dirty="0" smtClean="0">
                <a:solidFill>
                  <a:srgbClr val="ADB7CD"/>
                </a:solidFill>
                <a:latin typeface="Aptos"/>
              </a:rPr>
              <a:t>сохранена общая логика обновления </a:t>
            </a:r>
            <a:r>
              <a:rPr sz="1200" b="0" dirty="0" smtClean="0">
                <a:solidFill>
                  <a:srgbClr val="ADB7CD"/>
                </a:solidFill>
                <a:latin typeface="Aptos"/>
              </a:rPr>
              <a:t>и </a:t>
            </a:r>
            <a:r>
              <a:rPr lang="ru-RU" sz="1200" b="0" dirty="0" smtClean="0">
                <a:solidFill>
                  <a:srgbClr val="ADB7CD"/>
                </a:solidFill>
                <a:latin typeface="Aptos"/>
              </a:rPr>
              <a:t>рендера</a:t>
            </a:r>
            <a:r>
              <a:rPr sz="1200" b="0" dirty="0" smtClean="0">
                <a:solidFill>
                  <a:srgbClr val="ADB7CD"/>
                </a:solidFill>
                <a:latin typeface="Aptos"/>
              </a:rPr>
              <a:t>.</a:t>
            </a:r>
            <a:endParaRPr sz="1200" b="0" dirty="0">
              <a:solidFill>
                <a:srgbClr val="ADB7CD"/>
              </a:solidFill>
              <a:latin typeface="Aptos"/>
            </a:endParaRPr>
          </a:p>
        </p:txBody>
      </p:sp>
      <p:sp>
        <p:nvSpPr>
          <p:cNvPr id="9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Процедурная генерация лабиринта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400" b="0" dirty="0" smtClean="0">
                <a:solidFill>
                  <a:srgbClr val="ADB7CD"/>
                </a:solidFill>
                <a:latin typeface="Aptos"/>
              </a:rPr>
              <a:t>Алгоритм </a:t>
            </a:r>
            <a:r>
              <a:rPr sz="1400" b="0" dirty="0" smtClean="0">
                <a:solidFill>
                  <a:srgbClr val="ADB7CD"/>
                </a:solidFill>
                <a:latin typeface="Aptos"/>
              </a:rPr>
              <a:t>Backtracking (DFS) </a:t>
            </a:r>
            <a:r>
              <a:rPr lang="ru-RU" sz="1400" b="0" dirty="0" smtClean="0">
                <a:solidFill>
                  <a:srgbClr val="ADB7CD"/>
                </a:solidFill>
                <a:latin typeface="Aptos"/>
              </a:rPr>
              <a:t>вырезает проходы в сетке</a:t>
            </a:r>
            <a:r>
              <a:rPr sz="1400" b="0" dirty="0" smtClean="0">
                <a:solidFill>
                  <a:srgbClr val="ADB7CD"/>
                </a:solidFill>
                <a:latin typeface="Aptos"/>
              </a:rPr>
              <a:t>, а </a:t>
            </a:r>
            <a:r>
              <a:rPr lang="ru-RU" sz="1400" b="0" dirty="0" smtClean="0">
                <a:solidFill>
                  <a:srgbClr val="ADB7CD"/>
                </a:solidFill>
                <a:latin typeface="Aptos"/>
              </a:rPr>
              <a:t>затем задает старт </a:t>
            </a:r>
            <a:r>
              <a:rPr sz="1400" b="0" dirty="0" smtClean="0">
                <a:solidFill>
                  <a:srgbClr val="ADB7CD"/>
                </a:solidFill>
                <a:latin typeface="Aptos"/>
              </a:rPr>
              <a:t>и </a:t>
            </a:r>
            <a:r>
              <a:rPr lang="ru-RU" sz="1400" b="0" dirty="0" smtClean="0">
                <a:solidFill>
                  <a:srgbClr val="ADB7CD"/>
                </a:solidFill>
                <a:latin typeface="Aptos"/>
              </a:rPr>
              <a:t>выход</a:t>
            </a:r>
            <a:r>
              <a:rPr sz="1400" b="0" dirty="0" smtClean="0">
                <a:solidFill>
                  <a:srgbClr val="ADB7CD"/>
                </a:solidFill>
                <a:latin typeface="Aptos"/>
              </a:rPr>
              <a:t>.</a:t>
            </a:r>
            <a:endParaRPr sz="1400" b="0" dirty="0">
              <a:solidFill>
                <a:srgbClr val="ADB7CD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2" y="1353312"/>
            <a:ext cx="1408176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pto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1011"/>
            <a:ext cx="10515600" cy="3447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stack = [(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start_x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start_y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visited[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start_y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][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start_x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] =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while stack: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x, y = stack[-1]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neighbors = self._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unvisited_neighbors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(x, y, visited)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if neighbors: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dx,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random.choice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(neighbors)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self._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carve_passage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(maze, x, y, dx,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visited[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][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] =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stack.append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stack.pop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self._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place_start_and_exit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(maze)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321623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ADB7CD"/>
                </a:solidFill>
                <a:latin typeface="Aptos"/>
              </a:rPr>
              <a:t>Метод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создаёт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непредсказуемую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структуру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но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остаётся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полностью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управляемым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по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размеру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уровня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430475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8869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Туман войны и прямой обзор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ADB7CD"/>
                </a:solidFill>
                <a:latin typeface="Aptos"/>
              </a:rPr>
              <a:t>Видимость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клетки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зависит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от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дистанции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линии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видимости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и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памяти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уже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открытых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областей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49240" cy="452628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804672" y="1353312"/>
            <a:ext cx="1901952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Python / 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5235"/>
            <a:ext cx="4983480" cy="280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err="1">
                <a:solidFill>
                  <a:srgbClr val="F5F8FF"/>
                </a:solidFill>
                <a:latin typeface="Consolas"/>
              </a:rPr>
              <a:t>def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line_of_sight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(x1, y1, x2, y2, maze):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dx,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x2 - x1, y2 - y1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max(1.0,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math.hypot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(dx,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steps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int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 5) + 1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for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i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in range(steps + 1):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t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i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 steps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x1 + dx * t, y1 +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* 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cx, cy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int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// CELL_SIZE),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int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// CELL_SIZE)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if maze[cy][cx] == '#':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    return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return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508760"/>
            <a:ext cx="5349240" cy="452628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64224" y="1353312"/>
            <a:ext cx="1901952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Python / Fog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832908"/>
            <a:ext cx="4983480" cy="193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if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&lt;=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self.vision_radius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if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line_of_sight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py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cell_x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cell_y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maze):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visible = 1.0 -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self.vision_radius</a:t>
            </a: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self.revealed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[cell] = max(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self.revealed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[cell], visible)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self.memory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[cell] =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visible =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321623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ADB7CD"/>
                </a:solidFill>
                <a:latin typeface="Aptos"/>
              </a:rPr>
              <a:t>LOS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используется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для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тумана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, и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для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раскрытия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пространства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рябью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Рябь и свет 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ADB7CD"/>
                </a:solidFill>
                <a:latin typeface="Aptos"/>
              </a:rPr>
              <a:t>Рябь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растёт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во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времени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зажигается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при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касании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игрока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и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передаёт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свет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в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шейдер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ADB7CD"/>
                </a:solidFill>
                <a:latin typeface="Aptos"/>
              </a:rPr>
              <a:t>воды</a:t>
            </a:r>
            <a:r>
              <a:rPr sz="1400" b="0" dirty="0">
                <a:solidFill>
                  <a:srgbClr val="ADB7CD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49240" cy="452628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2" y="1353312"/>
            <a:ext cx="2148839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Python / 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80140"/>
            <a:ext cx="498348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err="1">
                <a:solidFill>
                  <a:srgbClr val="F5F8FF"/>
                </a:solidFill>
                <a:latin typeface="Consolas"/>
              </a:rPr>
              <a:t>def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update(self,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player):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+=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self.speed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*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dt</a:t>
            </a: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if self._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touches_player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(player):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self.lit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return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&lt;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self.max_radius</a:t>
            </a:r>
            <a:endParaRPr sz="1400" dirty="0">
              <a:solidFill>
                <a:srgbClr val="F5F8FF"/>
              </a:solidFill>
              <a:latin typeface="Consola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99632" y="1508760"/>
            <a:ext cx="5349240" cy="452628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64224" y="1353312"/>
            <a:ext cx="1901952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GLSL /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876415"/>
            <a:ext cx="498348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float ring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exp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(-pow((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-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rippleRadius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 /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ringWidth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, 2.0));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float fade = 1.0 -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rippleRadius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rippleMaxRadius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if (lit &gt; 0.5)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light += ring * fade *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rippleColor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}</a:t>
            </a:r>
          </a:p>
        </p:txBody>
      </p:sp>
      <p:sp>
        <p:nvSpPr>
          <p:cNvPr id="10" name="Oval 9"/>
          <p:cNvSpPr/>
          <p:nvPr/>
        </p:nvSpPr>
        <p:spPr>
          <a:xfrm>
            <a:off x="10507143" y="4832449"/>
            <a:ext cx="1622864" cy="1622864"/>
          </a:xfrm>
          <a:prstGeom prst="ellipse">
            <a:avLst/>
          </a:prstGeom>
          <a:noFill/>
          <a:ln w="12700"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17012" y="4242316"/>
            <a:ext cx="2803128" cy="2803128"/>
          </a:xfrm>
          <a:prstGeom prst="ellipse">
            <a:avLst/>
          </a:prstGeom>
          <a:noFill/>
          <a:ln w="12700"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326880" y="3652184"/>
            <a:ext cx="3983392" cy="3983392"/>
          </a:xfrm>
          <a:prstGeom prst="ellipse">
            <a:avLst/>
          </a:prstGeom>
          <a:noFill/>
          <a:ln w="12700"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6265535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ADB7CD"/>
                </a:solidFill>
                <a:latin typeface="Aptos"/>
              </a:rPr>
              <a:t>Визуальная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часть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подчёркивает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главный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приём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игры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: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свет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появляется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из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ряби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Коллизии и пространственный звук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DB7CD"/>
                </a:solidFill>
                <a:latin typeface="Aptos"/>
              </a:rPr>
              <a:t>Круг игрока проверяется по стенам, а звук ослабляется по дистанции и панорамируется в стерео.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443484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2" y="1444752"/>
            <a:ext cx="2395728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Python / Collision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56232"/>
            <a:ext cx="49834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err="1">
                <a:solidFill>
                  <a:srgbClr val="F5F8FF"/>
                </a:solidFill>
                <a:latin typeface="Consolas"/>
              </a:rPr>
              <a:t>touching_wall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nearest_wall_dist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&lt;=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self.radius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+ 1.2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if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touching_wall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and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self.invincible_timer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&lt;=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self.die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00200"/>
            <a:ext cx="5349240" cy="4434840"/>
          </a:xfrm>
          <a:prstGeom prst="roundRect">
            <a:avLst/>
          </a:prstGeom>
          <a:solidFill>
            <a:srgbClr val="10182C"/>
          </a:solidFill>
          <a:ln w="1651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64224" y="1444752"/>
            <a:ext cx="2066543" cy="292608"/>
          </a:xfrm>
          <a:prstGeom prst="roundRect">
            <a:avLst/>
          </a:prstGeom>
          <a:solidFill>
            <a:srgbClr val="56C4FF"/>
          </a:solidFill>
          <a:ln>
            <a:solidFill>
              <a:srgbClr val="5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ptos"/>
              </a:rPr>
              <a:t>Python / Sound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56232"/>
            <a:ext cx="4983480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=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math.hypot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(dx,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dy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volume = max(0.0, 1.0 - 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dist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/ 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max_distance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) ** 0.7)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pan = max(-1.0, min(1.0, dx / (</a:t>
            </a:r>
            <a:r>
              <a:rPr sz="1400" dirty="0" err="1">
                <a:solidFill>
                  <a:srgbClr val="F5F8FF"/>
                </a:solidFill>
                <a:latin typeface="Consolas"/>
              </a:rPr>
              <a:t>max_distance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 * 0.5)))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F5F8FF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err="1">
                <a:solidFill>
                  <a:srgbClr val="F5F8FF"/>
                </a:solidFill>
                <a:latin typeface="Consolas"/>
              </a:rPr>
              <a:t>channel.set_volume</a:t>
            </a:r>
            <a:r>
              <a:rPr sz="1400" dirty="0">
                <a:solidFill>
                  <a:srgbClr val="F5F8FF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volume * (1.0 - pan * 0.7),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    volume * (1.0 + pan * 0.7)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5F8FF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2072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ADB7CD"/>
                </a:solidFill>
                <a:latin typeface="Aptos"/>
              </a:rPr>
              <a:t>Эти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подсистемы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помогают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игроку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ориентироваться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реагировать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на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опасность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без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ADB7CD"/>
                </a:solidFill>
                <a:latin typeface="Aptos"/>
              </a:rPr>
              <a:t>лишнего</a:t>
            </a:r>
            <a:r>
              <a:rPr sz="1200" b="0" dirty="0">
                <a:solidFill>
                  <a:srgbClr val="ADB7CD"/>
                </a:solidFill>
                <a:latin typeface="Aptos"/>
              </a:rPr>
              <a:t> HUD.</a:t>
            </a:r>
          </a:p>
        </p:txBody>
      </p:sp>
      <p:sp>
        <p:nvSpPr>
          <p:cNvPr id="12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ipple dir="l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3"/>
          <p:cNvSpPr/>
          <p:nvPr/>
        </p:nvSpPr>
        <p:spPr>
          <a:xfrm>
            <a:off x="0" y="7707086"/>
            <a:ext cx="14630400" cy="522514"/>
          </a:xfrm>
          <a:prstGeom prst="roundRect">
            <a:avLst/>
          </a:prstGeom>
          <a:solidFill>
            <a:srgbClr val="10182C"/>
          </a:solidFill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t="16050"/>
          <a:stretch/>
        </p:blipFill>
        <p:spPr>
          <a:xfrm>
            <a:off x="0" y="0"/>
            <a:ext cx="5338916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81194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Результат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122646"/>
            <a:ext cx="3584734" cy="3031688"/>
          </a:xfrm>
          <a:prstGeom prst="roundRect">
            <a:avLst>
              <a:gd name="adj" fmla="val 342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255" y="2384703"/>
            <a:ext cx="306062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✅</a:t>
            </a: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Рабочий прототип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2255" y="3303746"/>
            <a:ext cx="3060621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Полный игровой цикл реализован и упакован в исполняемый файл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749" y="2122646"/>
            <a:ext cx="3584853" cy="3031688"/>
          </a:xfrm>
          <a:prstGeom prst="roundRect">
            <a:avLst>
              <a:gd name="adj" fmla="val 342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3805" y="2384703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🎮</a:t>
            </a: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Механики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43805" y="2918222"/>
            <a:ext cx="3060740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Лабиринт, рябь, ограниченная видимость и звуковая навигация — всё работает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5401151"/>
            <a:ext cx="7416403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2255" y="566320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🚀</a:t>
            </a: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Развитие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12255" y="6196727"/>
            <a:ext cx="689229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Процедурная генерация уровней, новые типы звуков, мультиплеер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0182C"/>
        </a:solidFill>
        <a:ln w="1651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775</Words>
  <Application>Microsoft Office PowerPoint</Application>
  <PresentationFormat>Произвольный</PresentationFormat>
  <Paragraphs>132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Consolas</vt:lpstr>
      <vt:lpstr>Aptos</vt:lpstr>
      <vt:lpstr>Arial</vt:lpstr>
      <vt:lpstr>Calibri</vt:lpstr>
      <vt:lpstr>Merriweather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Neon Samurai</cp:lastModifiedBy>
  <cp:revision>10</cp:revision>
  <dcterms:created xsi:type="dcterms:W3CDTF">2026-05-04T20:18:30Z</dcterms:created>
  <dcterms:modified xsi:type="dcterms:W3CDTF">2026-06-01T21:53:39Z</dcterms:modified>
</cp:coreProperties>
</file>